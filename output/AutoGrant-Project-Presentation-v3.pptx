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db1d140924a4205" /><Relationship Type="http://schemas.openxmlformats.org/officeDocument/2006/relationships/extended-properties" Target="/docProps/app.xml" Id="R1f35f22a86a14c83" /><Relationship Type="http://schemas.openxmlformats.org/officeDocument/2006/relationships/officeDocument" Target="/ppt/presentation.xml" Id="R9886059a0e5040a5" /></Relationships>
</file>

<file path=ppt/presentation.xml><?xml version="1.0" encoding="utf-8"?>
<p:presentation xmlns:p="http://schemas.openxmlformats.org/presentationml/2006/main">
  <p:sldMasterIdLst>
    <p:sldMasterId xmlns:r="http://schemas.openxmlformats.org/officeDocument/2006/relationships" id="2147483648" r:id="R7ba3f50049a94c10"/>
  </p:sldMasterIdLst>
  <p:notesMasterIdLst>
    <p:notesMasterId xmlns:r="http://schemas.openxmlformats.org/officeDocument/2006/relationships" r:id="Ra50f847db68b484d"/>
  </p:notesMasterIdLst>
  <p:sldIdLst>
    <p:sldId xmlns:r="http://schemas.openxmlformats.org/officeDocument/2006/relationships" id="256" r:id="Rdd799e9241b9427d"/>
    <p:sldId xmlns:r="http://schemas.openxmlformats.org/officeDocument/2006/relationships" id="257" r:id="Rc13de8eebca84603"/>
    <p:sldId xmlns:r="http://schemas.openxmlformats.org/officeDocument/2006/relationships" id="258" r:id="Rc852aa6e9831457f"/>
    <p:sldId xmlns:r="http://schemas.openxmlformats.org/officeDocument/2006/relationships" id="259" r:id="Rf13d51e82d344787"/>
    <p:sldId xmlns:r="http://schemas.openxmlformats.org/officeDocument/2006/relationships" id="260" r:id="Rb985af2f7e1c4b01"/>
    <p:sldId xmlns:r="http://schemas.openxmlformats.org/officeDocument/2006/relationships" id="261" r:id="Rea4779f914e74825"/>
    <p:sldId xmlns:r="http://schemas.openxmlformats.org/officeDocument/2006/relationships" id="262" r:id="R87261ebf1c9c436b"/>
    <p:sldId xmlns:r="http://schemas.openxmlformats.org/officeDocument/2006/relationships" id="263" r:id="Rebc930e8b5d6492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3cbc4c6072485e" /><Relationship Type="http://schemas.openxmlformats.org/officeDocument/2006/relationships/slideMaster" Target="/ppt/slideMasters/slideMaster1.xml" Id="R7ba3f50049a94c10" /><Relationship Type="http://schemas.openxmlformats.org/officeDocument/2006/relationships/notesMaster" Target="/ppt/notesMasters/notesMaster1.xml" Id="Ra50f847db68b484d" /><Relationship Type="http://schemas.openxmlformats.org/officeDocument/2006/relationships/presProps" Target="/ppt/presProps.xml" Id="R64be499ad85e44ae" /><Relationship Type="http://schemas.openxmlformats.org/officeDocument/2006/relationships/tableStyles" Target="/ppt/tableStyles.xml" Id="Rb500da8ac42c4f5f" /><Relationship Type="http://schemas.openxmlformats.org/officeDocument/2006/relationships/slide" Target="/ppt/slides/slide1.xml" Id="Rdd799e9241b9427d" /><Relationship Type="http://schemas.openxmlformats.org/officeDocument/2006/relationships/slide" Target="/ppt/slides/slide2.xml" Id="Rc13de8eebca84603" /><Relationship Type="http://schemas.openxmlformats.org/officeDocument/2006/relationships/slide" Target="/ppt/slides/slide3.xml" Id="Rc852aa6e9831457f" /><Relationship Type="http://schemas.openxmlformats.org/officeDocument/2006/relationships/slide" Target="/ppt/slides/slide4.xml" Id="Rf13d51e82d344787" /><Relationship Type="http://schemas.openxmlformats.org/officeDocument/2006/relationships/slide" Target="/ppt/slides/slide5.xml" Id="Rb985af2f7e1c4b01" /><Relationship Type="http://schemas.openxmlformats.org/officeDocument/2006/relationships/slide" Target="/ppt/slides/slide6.xml" Id="Rea4779f914e74825" /><Relationship Type="http://schemas.openxmlformats.org/officeDocument/2006/relationships/slide" Target="/ppt/slides/slide7.xml" Id="R87261ebf1c9c436b" /><Relationship Type="http://schemas.openxmlformats.org/officeDocument/2006/relationships/slide" Target="/ppt/slides/slide8.xml" Id="Rebc930e8b5d6492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13b5673553c41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9d55c8a898a47a6" /><Relationship Type="http://schemas.openxmlformats.org/officeDocument/2006/relationships/notesMaster" Target="/ppt/notesMasters/notesMaster1.xml" Id="R1e5ec59b7dda4041" /></Relationships>
</file>

<file path=ppt/notesSlides/_rels/notesSlide2.xml.rels>&#65279;<?xml version="1.0" encoding="utf-8"?><Relationships xmlns="http://schemas.openxmlformats.org/package/2006/relationships"><Relationship Type="http://schemas.openxmlformats.org/officeDocument/2006/relationships/slide" Target="/ppt/slides/slide2.xml" Id="R4554b8599149491c" /><Relationship Type="http://schemas.openxmlformats.org/officeDocument/2006/relationships/notesMaster" Target="/ppt/notesMasters/notesMaster1.xml" Id="R7e974fe880f14022" /></Relationships>
</file>

<file path=ppt/notesSlides/_rels/notesSlide3.xml.rels>&#65279;<?xml version="1.0" encoding="utf-8"?><Relationships xmlns="http://schemas.openxmlformats.org/package/2006/relationships"><Relationship Type="http://schemas.openxmlformats.org/officeDocument/2006/relationships/slide" Target="/ppt/slides/slide3.xml" Id="Rc52b4aae40374664" /><Relationship Type="http://schemas.openxmlformats.org/officeDocument/2006/relationships/notesMaster" Target="/ppt/notesMasters/notesMaster1.xml" Id="R7ffab976007540d1" /></Relationships>
</file>

<file path=ppt/notesSlides/_rels/notesSlide4.xml.rels>&#65279;<?xml version="1.0" encoding="utf-8"?><Relationships xmlns="http://schemas.openxmlformats.org/package/2006/relationships"><Relationship Type="http://schemas.openxmlformats.org/officeDocument/2006/relationships/slide" Target="/ppt/slides/slide4.xml" Id="Rf501dbc82de84528" /><Relationship Type="http://schemas.openxmlformats.org/officeDocument/2006/relationships/notesMaster" Target="/ppt/notesMasters/notesMaster1.xml" Id="R50ca1972ccab4642" /></Relationships>
</file>

<file path=ppt/notesSlides/_rels/notesSlide5.xml.rels>&#65279;<?xml version="1.0" encoding="utf-8"?><Relationships xmlns="http://schemas.openxmlformats.org/package/2006/relationships"><Relationship Type="http://schemas.openxmlformats.org/officeDocument/2006/relationships/slide" Target="/ppt/slides/slide5.xml" Id="R23bf29268e7546b8" /><Relationship Type="http://schemas.openxmlformats.org/officeDocument/2006/relationships/notesMaster" Target="/ppt/notesMasters/notesMaster1.xml" Id="R815c05d9eaa145e3" /></Relationships>
</file>

<file path=ppt/notesSlides/_rels/notesSlide6.xml.rels>&#65279;<?xml version="1.0" encoding="utf-8"?><Relationships xmlns="http://schemas.openxmlformats.org/package/2006/relationships"><Relationship Type="http://schemas.openxmlformats.org/officeDocument/2006/relationships/slide" Target="/ppt/slides/slide6.xml" Id="R5efb6a45c501431a" /><Relationship Type="http://schemas.openxmlformats.org/officeDocument/2006/relationships/notesMaster" Target="/ppt/notesMasters/notesMaster1.xml" Id="R881d1cd2faf84f47" /></Relationships>
</file>

<file path=ppt/notesSlides/_rels/notesSlide7.xml.rels>&#65279;<?xml version="1.0" encoding="utf-8"?><Relationships xmlns="http://schemas.openxmlformats.org/package/2006/relationships"><Relationship Type="http://schemas.openxmlformats.org/officeDocument/2006/relationships/slide" Target="/ppt/slides/slide7.xml" Id="R6cc3f702a8b14dad" /><Relationship Type="http://schemas.openxmlformats.org/officeDocument/2006/relationships/notesMaster" Target="/ppt/notesMasters/notesMaster1.xml" Id="R681e8e52a4a044a1" /></Relationships>
</file>

<file path=ppt/notesSlides/_rels/notesSlide8.xml.rels>&#65279;<?xml version="1.0" encoding="utf-8"?><Relationships xmlns="http://schemas.openxmlformats.org/package/2006/relationships"><Relationship Type="http://schemas.openxmlformats.org/officeDocument/2006/relationships/slide" Target="/ppt/slides/slide8.xml" Id="R40d549a06eb54ac2" /><Relationship Type="http://schemas.openxmlformats.org/officeDocument/2006/relationships/notesMaster" Target="/ppt/notesMasters/notesMaster1.xml" Id="Rfac95b144da8436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AutoGrant helps founders move from a profile to a source-linked shortlist and an editable first draft. This is an early prototype; the artwork is illustrative. Source: README.md. Live deployment: https://autogrant-sigma.vercel.app (Vercel team authentication is enabled).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product problem framing, not a quantified market claim. It reflects the discovery, fit scoring and drafting workflow described in README.md and implemented in app/api and python-service/app/services.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Discovery uses a founder’s sector and location to search globally with TinyFish Search and Fetch. Gemini scores results. The founder can inspect source links and fit notes. Grant eligibility and availability need verification at the provider. Source: README.md; python-service/app/services/tinyfish.py; python-service/app/services/gemini.py.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product screenshot is from the repository’s launch video and explicitly shows illustrative demo data. Do not represent the displayed sample grants or scores as real opportunities. Sources: brag-output-2026-10-18-174914/brag.jpg;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flow reflects the documented product behavior: founders review/edit answers, explicitly confirm each run, and complete provider sign-in flows themselves. No provider passwords or MFA codes are sent. Source: README.md; app/dashboard/Dashboard.tsx.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from app/api proxy and routes, lib/firebase.ts, and Python service auth/main/services. The service requires a Firebase ID token and verified email; user state is held in Firestore. Run status is only marked submitted on explicit provider confirmation; ambiguous states stay unknown. Sources: app/api/_proxy.ts; lib/firebase.ts; python-service/app/main.py; python-service/app/auth.py;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Status: README describes an early-stage prototype, no verified founder reviews, and says listings and eligibility require confirmation. The frontend Vercel deployment requires team authentication. The 2026-10-18 GitHub Actions run completed successfully and published images: https://github.com/Krezmitent/AzinHack-2026/actions/runs/39132047083. Sources: README.md; GitHub Actions run; Vercel deployment.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specific request to shortlist the project for founder validation. The proposed next work is validation, not a claim of proven results. The demo URL requires membership in the Vercel team. No market size, user count or success rate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35f93080824447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63731bc30214f5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c97d4f6d09649d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6675b03ee2b4e4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edcb7a4c08e432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b768445d4774f8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BF2EA35-0736-4EA0-9557-5442191682E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823C2C8-DA49-4D35-8AD8-B0684E09CB6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609E175-6092-4757-8AE1-2B7AA3272D8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B9A36CA-E0C8-46A0-A340-7A155E97AE7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7278D67-4A17-428F-85B9-A8FFC871354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7E308FD-43FC-4E68-8401-A51D914723D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CAE4B9B-9434-4EE9-AF18-CF674BF86E1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9FCE88C-1ACB-4EB7-9E94-44DDD0D33B2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CC776B0-8A70-4955-A4CA-AB964C92A86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0EF685B-57F9-4ED6-9370-696B22EBD41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81714e745994259" /><Relationship Type="http://schemas.openxmlformats.org/officeDocument/2006/relationships/slideLayout" Target="/ppt/slideLayouts/slideLayout1.xml" Id="R44c8739adc644262" /><Relationship Type="http://schemas.openxmlformats.org/officeDocument/2006/relationships/slideLayout" Target="/ppt/slideLayouts/slideLayout2.xml" Id="Rbda590c35bff469b" /><Relationship Type="http://schemas.openxmlformats.org/officeDocument/2006/relationships/slideLayout" Target="/ppt/slideLayouts/slideLayout3.xml" Id="R8d10177ec4884059" /><Relationship Type="http://schemas.openxmlformats.org/officeDocument/2006/relationships/slideLayout" Target="/ppt/slideLayouts/slideLayout4.xml" Id="Rc18d097457964b68" /><Relationship Type="http://schemas.openxmlformats.org/officeDocument/2006/relationships/slideLayout" Target="/ppt/slideLayouts/slideLayout5.xml" Id="Ref02ac58c8f64d5c" /><Relationship Type="http://schemas.openxmlformats.org/officeDocument/2006/relationships/slideLayout" Target="/ppt/slideLayouts/slideLayout6.xml" Id="R3391c60903f0472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4c8739adc644262"/>
    <p:sldLayoutId xmlns:r="http://schemas.openxmlformats.org/officeDocument/2006/relationships" id="2147483650" r:id="Rbda590c35bff469b"/>
    <p:sldLayoutId xmlns:r="http://schemas.openxmlformats.org/officeDocument/2006/relationships" id="2147483651" r:id="R8d10177ec4884059"/>
    <p:sldLayoutId xmlns:r="http://schemas.openxmlformats.org/officeDocument/2006/relationships" id="2147483652" r:id="Rc18d097457964b68"/>
    <p:sldLayoutId xmlns:r="http://schemas.openxmlformats.org/officeDocument/2006/relationships" id="2147483653" r:id="Ref02ac58c8f64d5c"/>
    <p:sldLayoutId xmlns:r="http://schemas.openxmlformats.org/officeDocument/2006/relationships" id="2147483654" r:id="R3391c60903f0472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5b657e4befb4bf4" /><Relationship Type="http://schemas.openxmlformats.org/officeDocument/2006/relationships/image" Target="/ppt/media/image.png" Id="R802da242285243ec" /><Relationship Type="http://schemas.openxmlformats.org/officeDocument/2006/relationships/notesSlide" Target="/ppt/notesSlides/notesSlide1.xml" Id="Re5785e2b90f2451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7452c1703bd426c" /><Relationship Type="http://schemas.openxmlformats.org/officeDocument/2006/relationships/notesSlide" Target="/ppt/notesSlides/notesSlide2.xml" Id="R97c24e1b16664e0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a31eb0154b54c73" /><Relationship Type="http://schemas.openxmlformats.org/officeDocument/2006/relationships/notesSlide" Target="/ppt/notesSlides/notesSlide3.xml" Id="R9411e7993d7347a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f610bdc453b4535" /><Relationship Type="http://schemas.openxmlformats.org/officeDocument/2006/relationships/image" Target="/ppt/media/image.jpeg" Id="R25ed54cd28004c6a" /><Relationship Type="http://schemas.openxmlformats.org/officeDocument/2006/relationships/notesSlide" Target="/ppt/notesSlides/notesSlide4.xml" Id="Rb0d1f489e12c488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d97d93f65974390" /><Relationship Type="http://schemas.openxmlformats.org/officeDocument/2006/relationships/notesSlide" Target="/ppt/notesSlides/notesSlide5.xml" Id="R8d83e8d5edbd4b9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9558f9369104892" /><Relationship Type="http://schemas.openxmlformats.org/officeDocument/2006/relationships/notesSlide" Target="/ppt/notesSlides/notesSlide6.xml" Id="R00f9f2711a27418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68a5ff4625f49c6" /><Relationship Type="http://schemas.openxmlformats.org/officeDocument/2006/relationships/notesSlide" Target="/ppt/notesSlides/notesSlide7.xml" Id="R936ed2d07abb472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f8c5dd848134ee3" /><Relationship Type="http://schemas.openxmlformats.org/officeDocument/2006/relationships/notesSlide" Target="/ppt/notesSlides/notesSlide8.xml" Id="R8dfcac1bc7c541fd"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5B729AC2-DC00-46B4-8E81-C7B0D770107E}"/>
              </a:ext>
            </a:extLst>
          </p:cNvPr>
          <p:cNvPicPr>
            <a:picLocks xmlns:a="http://schemas.openxmlformats.org/drawingml/2006/main" noChangeAspect="1"/>
          </p:cNvPicPr>
          <p:nvPr/>
        </p:nvPicPr>
        <p:blipFill>
          <a:blip xmlns:r="http://schemas.openxmlformats.org/officeDocument/2006/relationships" xmlns:a="http://schemas.openxmlformats.org/drawingml/2006/main" r:embed="R802da242285243e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B9E2B5B-3F38-406B-AED9-2B125400C3AD}"/>
              </a:ext>
            </a:extLst>
          </p:cNvPr>
          <p:cNvSpPr>
            <a:spLocks xmlns:a="http://schemas.openxmlformats.org/drawingml/2006/main" noGrp="1"/>
          </p:cNvSpPr>
          <p:nvPr/>
        </p:nvSpPr>
        <p:spPr>
          <a:xfrm xmlns:a="http://schemas.openxmlformats.org/drawingml/2006/main">
            <a:off x="723900" y="647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D6FF4F"/>
                </a:solidFill>
                <a:latin typeface="Arial"/>
                <a:ea typeface="Arial"/>
                <a:cs typeface="Arial"/>
              </a:defRPr>
            </a:defPPr>
            <a:lvl1pPr algn="l">
              <a:defRPr sz="1125" b="1">
                <a:solidFill>
                  <a:srgbClr val="D6FF4F"/>
                </a:solidFill>
                <a:latin typeface="Arial"/>
                <a:ea typeface="Arial"/>
                <a:cs typeface="Arial"/>
              </a:defRPr>
            </a:lvl1pPr>
            <a:lvl2pPr algn="l">
              <a:defRPr sz="1125" b="1">
                <a:solidFill>
                  <a:srgbClr val="D6FF4F"/>
                </a:solidFill>
                <a:latin typeface="Arial"/>
                <a:ea typeface="Arial"/>
                <a:cs typeface="Arial"/>
              </a:defRPr>
            </a:lvl2pPr>
            <a:lvl3pPr algn="l">
              <a:defRPr sz="1125" b="1">
                <a:solidFill>
                  <a:srgbClr val="D6FF4F"/>
                </a:solidFill>
                <a:latin typeface="Arial"/>
                <a:ea typeface="Arial"/>
                <a:cs typeface="Arial"/>
              </a:defRPr>
            </a:lvl3pPr>
            <a:lvl4pPr algn="l">
              <a:defRPr sz="1125" b="1">
                <a:solidFill>
                  <a:srgbClr val="D6FF4F"/>
                </a:solidFill>
                <a:latin typeface="Arial"/>
                <a:ea typeface="Arial"/>
                <a:cs typeface="Arial"/>
              </a:defRPr>
            </a:lvl4pPr>
            <a:lvl5pPr algn="l">
              <a:defRPr sz="1125" b="1">
                <a:solidFill>
                  <a:srgbClr val="D6FF4F"/>
                </a:solidFill>
                <a:latin typeface="Arial"/>
                <a:ea typeface="Arial"/>
                <a:cs typeface="Arial"/>
              </a:defRPr>
            </a:lvl5pPr>
            <a:lvl6pPr algn="l">
              <a:defRPr sz="1125" b="1">
                <a:solidFill>
                  <a:srgbClr val="D6FF4F"/>
                </a:solidFill>
                <a:latin typeface="Arial"/>
                <a:ea typeface="Arial"/>
                <a:cs typeface="Arial"/>
              </a:defRPr>
            </a:lvl6pPr>
            <a:lvl7pPr algn="l">
              <a:defRPr sz="1125" b="1">
                <a:solidFill>
                  <a:srgbClr val="D6FF4F"/>
                </a:solidFill>
                <a:latin typeface="Arial"/>
                <a:ea typeface="Arial"/>
                <a:cs typeface="Arial"/>
              </a:defRPr>
            </a:lvl7pPr>
            <a:lvl8pPr algn="l">
              <a:defRPr sz="1125" b="1">
                <a:solidFill>
                  <a:srgbClr val="D6FF4F"/>
                </a:solidFill>
                <a:latin typeface="Arial"/>
                <a:ea typeface="Arial"/>
                <a:cs typeface="Arial"/>
              </a:defRPr>
            </a:lvl8pPr>
            <a:lvl9pPr algn="l">
              <a:defRPr sz="1125" b="1">
                <a:solidFill>
                  <a:srgbClr val="D6FF4F"/>
                </a:solidFill>
                <a:latin typeface="Arial"/>
                <a:ea typeface="Arial"/>
                <a:cs typeface="Arial"/>
              </a:defRPr>
            </a:lvl9pPr>
          </a:lstStyle>
          <a:p xmlns:a="http://schemas.openxmlformats.org/drawingml/2006/main">
            <a:pPr algn="l">
              <a:defRPr sz="1125" b="1">
                <a:solidFill>
                  <a:srgbClr val="D6FF4F"/>
                </a:solidFill>
                <a:latin typeface="Arial"/>
                <a:ea typeface="Arial"/>
                <a:cs typeface="Arial"/>
              </a:defRPr>
            </a:pPr>
            <a:r>
              <a:rPr sz="1125" b="1">
                <a:solidFill>
                  <a:srgbClr val="D6FF4F"/>
                </a:solidFill>
                <a:latin typeface="Arial"/>
                <a:ea typeface="Arial"/>
                <a:cs typeface="Arial"/>
              </a:rPr>
              <a:t>AUTOGRANT  /  AZINHACK 2026</a:t>
            </a:r>
          </a:p>
        </p:txBody>
      </p:sp>
      <p:sp>
        <p:nvSpPr>
          <p:cNvPr id="3" name="">
            <a:extLst xmlns:a="http://schemas.openxmlformats.org/drawingml/2006/main">
              <a:ext uri="{FF2B5EF4-FFF2-40B4-BE49-F238E27FC236}">
                <a16:creationId xmlns:a16="http://schemas.microsoft.com/office/drawing/2014/main" id="{EF9C7887-3E67-4067-A537-BA27CC739BE8}"/>
              </a:ext>
            </a:extLst>
          </p:cNvPr>
          <p:cNvSpPr>
            <a:spLocks xmlns:a="http://schemas.openxmlformats.org/drawingml/2006/main" noGrp="1"/>
          </p:cNvSpPr>
          <p:nvPr/>
        </p:nvSpPr>
        <p:spPr>
          <a:xfrm xmlns:a="http://schemas.openxmlformats.org/drawingml/2006/main">
            <a:off x="685800" y="2019300"/>
            <a:ext cx="619125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5100" b="1">
                <a:solidFill>
                  <a:srgbClr val="FFFFFF"/>
                </a:solidFill>
                <a:latin typeface="Arial"/>
                <a:ea typeface="Arial"/>
                <a:cs typeface="Arial"/>
              </a:defRPr>
            </a:defPPr>
            <a:lvl1pPr algn="l">
              <a:defRPr sz="5100" b="1">
                <a:solidFill>
                  <a:srgbClr val="FFFFFF"/>
                </a:solidFill>
                <a:latin typeface="Arial"/>
                <a:ea typeface="Arial"/>
                <a:cs typeface="Arial"/>
              </a:defRPr>
            </a:lvl1pPr>
            <a:lvl2pPr algn="l">
              <a:defRPr sz="5100" b="1">
                <a:solidFill>
                  <a:srgbClr val="FFFFFF"/>
                </a:solidFill>
                <a:latin typeface="Arial"/>
                <a:ea typeface="Arial"/>
                <a:cs typeface="Arial"/>
              </a:defRPr>
            </a:lvl2pPr>
            <a:lvl3pPr algn="l">
              <a:defRPr sz="5100" b="1">
                <a:solidFill>
                  <a:srgbClr val="FFFFFF"/>
                </a:solidFill>
                <a:latin typeface="Arial"/>
                <a:ea typeface="Arial"/>
                <a:cs typeface="Arial"/>
              </a:defRPr>
            </a:lvl3pPr>
            <a:lvl4pPr algn="l">
              <a:defRPr sz="5100" b="1">
                <a:solidFill>
                  <a:srgbClr val="FFFFFF"/>
                </a:solidFill>
                <a:latin typeface="Arial"/>
                <a:ea typeface="Arial"/>
                <a:cs typeface="Arial"/>
              </a:defRPr>
            </a:lvl4pPr>
            <a:lvl5pPr algn="l">
              <a:defRPr sz="5100" b="1">
                <a:solidFill>
                  <a:srgbClr val="FFFFFF"/>
                </a:solidFill>
                <a:latin typeface="Arial"/>
                <a:ea typeface="Arial"/>
                <a:cs typeface="Arial"/>
              </a:defRPr>
            </a:lvl5pPr>
            <a:lvl6pPr algn="l">
              <a:defRPr sz="5100" b="1">
                <a:solidFill>
                  <a:srgbClr val="FFFFFF"/>
                </a:solidFill>
                <a:latin typeface="Arial"/>
                <a:ea typeface="Arial"/>
                <a:cs typeface="Arial"/>
              </a:defRPr>
            </a:lvl6pPr>
            <a:lvl7pPr algn="l">
              <a:defRPr sz="5100" b="1">
                <a:solidFill>
                  <a:srgbClr val="FFFFFF"/>
                </a:solidFill>
                <a:latin typeface="Arial"/>
                <a:ea typeface="Arial"/>
                <a:cs typeface="Arial"/>
              </a:defRPr>
            </a:lvl7pPr>
            <a:lvl8pPr algn="l">
              <a:defRPr sz="5100" b="1">
                <a:solidFill>
                  <a:srgbClr val="FFFFFF"/>
                </a:solidFill>
                <a:latin typeface="Arial"/>
                <a:ea typeface="Arial"/>
                <a:cs typeface="Arial"/>
              </a:defRPr>
            </a:lvl8pPr>
            <a:lvl9pPr algn="l">
              <a:defRPr sz="5100" b="1">
                <a:solidFill>
                  <a:srgbClr val="FFFFFF"/>
                </a:solidFill>
                <a:latin typeface="Arial"/>
                <a:ea typeface="Arial"/>
                <a:cs typeface="Arial"/>
              </a:defRPr>
            </a:lvl9pPr>
          </a:lstStyle>
          <a:p xmlns:a="http://schemas.openxmlformats.org/drawingml/2006/main">
            <a:pPr algn="l">
              <a:defRPr sz="5100" b="1">
                <a:solidFill>
                  <a:srgbClr val="FFFFFF"/>
                </a:solidFill>
                <a:latin typeface="Arial"/>
                <a:ea typeface="Arial"/>
                <a:cs typeface="Arial"/>
              </a:defRPr>
            </a:pPr>
            <a:r>
              <a:rPr sz="5100" b="1">
                <a:solidFill>
                  <a:srgbClr val="FFFFFF"/>
                </a:solidFill>
                <a:latin typeface="Arial"/>
                <a:ea typeface="Arial"/>
                <a:cs typeface="Arial"/>
              </a:rPr>
              <a:t>FIND FUNDING</a:t>
            </a:r>
          </a:p>
          <a:p xmlns:a="http://schemas.openxmlformats.org/drawingml/2006/main">
            <a:pPr algn="l">
              <a:defRPr sz="5100" b="1">
                <a:solidFill>
                  <a:srgbClr val="FFFFFF"/>
                </a:solidFill>
                <a:latin typeface="Arial"/>
                <a:ea typeface="Arial"/>
                <a:cs typeface="Arial"/>
              </a:defRPr>
            </a:pPr>
            <a:r>
              <a:rPr sz="5100" b="1">
                <a:solidFill>
                  <a:srgbClr val="FFFFFF"/>
                </a:solidFill>
                <a:latin typeface="Arial"/>
                <a:ea typeface="Arial"/>
                <a:cs typeface="Arial"/>
              </a:rPr>
              <a:t>THAT FITS.</a:t>
            </a:r>
          </a:p>
        </p:txBody>
      </p:sp>
      <p:sp>
        <p:nvSpPr>
          <p:cNvPr id="4" name="">
            <a:extLst xmlns:a="http://schemas.openxmlformats.org/drawingml/2006/main">
              <a:ext uri="{FF2B5EF4-FFF2-40B4-BE49-F238E27FC236}">
                <a16:creationId xmlns:a16="http://schemas.microsoft.com/office/drawing/2014/main" id="{7FB062E3-B678-4288-B070-EBC866C92359}"/>
              </a:ext>
            </a:extLst>
          </p:cNvPr>
          <p:cNvSpPr>
            <a:spLocks xmlns:a="http://schemas.openxmlformats.org/drawingml/2006/main" noGrp="1"/>
          </p:cNvSpPr>
          <p:nvPr/>
        </p:nvSpPr>
        <p:spPr>
          <a:xfrm xmlns:a="http://schemas.openxmlformats.org/drawingml/2006/main">
            <a:off x="742950" y="3905250"/>
            <a:ext cx="571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686"/>
          </a:bodyPr>
          <a:lstStyle xmlns:a="http://schemas.openxmlformats.org/drawingml/2006/main">
            <a:defPPr algn="l">
              <a:defRPr sz="1875" b="0">
                <a:solidFill>
                  <a:srgbClr val="E8E6EF"/>
                </a:solidFill>
                <a:latin typeface="Arial"/>
                <a:ea typeface="Arial"/>
                <a:cs typeface="Arial"/>
              </a:defRPr>
            </a:defPPr>
            <a:lvl1pPr algn="l">
              <a:defRPr sz="1875" b="0">
                <a:solidFill>
                  <a:srgbClr val="E8E6EF"/>
                </a:solidFill>
                <a:latin typeface="Arial"/>
                <a:ea typeface="Arial"/>
                <a:cs typeface="Arial"/>
              </a:defRPr>
            </a:lvl1pPr>
            <a:lvl2pPr algn="l">
              <a:defRPr sz="1875" b="0">
                <a:solidFill>
                  <a:srgbClr val="E8E6EF"/>
                </a:solidFill>
                <a:latin typeface="Arial"/>
                <a:ea typeface="Arial"/>
                <a:cs typeface="Arial"/>
              </a:defRPr>
            </a:lvl2pPr>
            <a:lvl3pPr algn="l">
              <a:defRPr sz="1875" b="0">
                <a:solidFill>
                  <a:srgbClr val="E8E6EF"/>
                </a:solidFill>
                <a:latin typeface="Arial"/>
                <a:ea typeface="Arial"/>
                <a:cs typeface="Arial"/>
              </a:defRPr>
            </a:lvl3pPr>
            <a:lvl4pPr algn="l">
              <a:defRPr sz="1875" b="0">
                <a:solidFill>
                  <a:srgbClr val="E8E6EF"/>
                </a:solidFill>
                <a:latin typeface="Arial"/>
                <a:ea typeface="Arial"/>
                <a:cs typeface="Arial"/>
              </a:defRPr>
            </a:lvl4pPr>
            <a:lvl5pPr algn="l">
              <a:defRPr sz="1875" b="0">
                <a:solidFill>
                  <a:srgbClr val="E8E6EF"/>
                </a:solidFill>
                <a:latin typeface="Arial"/>
                <a:ea typeface="Arial"/>
                <a:cs typeface="Arial"/>
              </a:defRPr>
            </a:lvl5pPr>
            <a:lvl6pPr algn="l">
              <a:defRPr sz="1875" b="0">
                <a:solidFill>
                  <a:srgbClr val="E8E6EF"/>
                </a:solidFill>
                <a:latin typeface="Arial"/>
                <a:ea typeface="Arial"/>
                <a:cs typeface="Arial"/>
              </a:defRPr>
            </a:lvl6pPr>
            <a:lvl7pPr algn="l">
              <a:defRPr sz="1875" b="0">
                <a:solidFill>
                  <a:srgbClr val="E8E6EF"/>
                </a:solidFill>
                <a:latin typeface="Arial"/>
                <a:ea typeface="Arial"/>
                <a:cs typeface="Arial"/>
              </a:defRPr>
            </a:lvl7pPr>
            <a:lvl8pPr algn="l">
              <a:defRPr sz="1875" b="0">
                <a:solidFill>
                  <a:srgbClr val="E8E6EF"/>
                </a:solidFill>
                <a:latin typeface="Arial"/>
                <a:ea typeface="Arial"/>
                <a:cs typeface="Arial"/>
              </a:defRPr>
            </a:lvl8pPr>
            <a:lvl9pPr algn="l">
              <a:defRPr sz="1875" b="0">
                <a:solidFill>
                  <a:srgbClr val="E8E6EF"/>
                </a:solidFill>
                <a:latin typeface="Arial"/>
                <a:ea typeface="Arial"/>
                <a:cs typeface="Arial"/>
              </a:defRPr>
            </a:lvl9pPr>
          </a:lstStyle>
          <a:p xmlns:a="http://schemas.openxmlformats.org/drawingml/2006/main">
            <a:pPr algn="l">
              <a:defRPr sz="1875" b="0">
                <a:solidFill>
                  <a:srgbClr val="E8E6EF"/>
                </a:solidFill>
                <a:latin typeface="Arial"/>
                <a:ea typeface="Arial"/>
                <a:cs typeface="Arial"/>
              </a:defRPr>
            </a:pPr>
            <a:r>
              <a:rPr sz="1875" b="0">
                <a:solidFill>
                  <a:srgbClr val="E8E6EF"/>
                </a:solidFill>
                <a:latin typeface="Arial"/>
                <a:ea typeface="Arial"/>
                <a:cs typeface="Arial"/>
              </a:rPr>
              <a:t>A founder-first grant discovery and application assistant.</a:t>
            </a:r>
          </a:p>
        </p:txBody>
      </p:sp>
      <p:sp>
        <p:nvSpPr>
          <p:cNvPr id="5" name="">
            <a:extLst xmlns:a="http://schemas.openxmlformats.org/drawingml/2006/main">
              <a:ext uri="{FF2B5EF4-FFF2-40B4-BE49-F238E27FC236}">
                <a16:creationId xmlns:a16="http://schemas.microsoft.com/office/drawing/2014/main" id="{A4F73ECE-BE0E-43B0-A3D3-33B5A4759AFD}"/>
              </a:ext>
            </a:extLst>
          </p:cNvPr>
          <p:cNvSpPr>
            <a:spLocks xmlns:a="http://schemas.openxmlformats.org/drawingml/2006/main" noGrp="1"/>
          </p:cNvSpPr>
          <p:nvPr/>
        </p:nvSpPr>
        <p:spPr>
          <a:xfrm xmlns:a="http://schemas.openxmlformats.org/drawingml/2006/main">
            <a:off x="742950" y="4914900"/>
            <a:ext cx="95250" cy="685800"/>
          </a:xfrm>
          <a:prstGeom xmlns:a="http://schemas.openxmlformats.org/drawingml/2006/main" prst="rect">
            <a:avLst/>
          </a:prstGeom>
          <a:solidFill xmlns:a="http://schemas.openxmlformats.org/drawingml/2006/main">
            <a:srgbClr val="D6FF4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633C89F-5FB6-43CF-B884-5A5FA4575A20}"/>
              </a:ext>
            </a:extLst>
          </p:cNvPr>
          <p:cNvSpPr>
            <a:spLocks xmlns:a="http://schemas.openxmlformats.org/drawingml/2006/main" noGrp="1"/>
          </p:cNvSpPr>
          <p:nvPr/>
        </p:nvSpPr>
        <p:spPr>
          <a:xfrm xmlns:a="http://schemas.openxmlformats.org/drawingml/2006/main">
            <a:off x="1028700" y="4943475"/>
            <a:ext cx="4857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FFFFFF"/>
                </a:solidFill>
                <a:latin typeface="Arial"/>
                <a:ea typeface="Arial"/>
                <a:cs typeface="Arial"/>
              </a:defRPr>
            </a:defPPr>
            <a:lvl1pPr algn="l">
              <a:defRPr sz="1500" b="0">
                <a:solidFill>
                  <a:srgbClr val="FFFFFF"/>
                </a:solidFill>
                <a:latin typeface="Arial"/>
                <a:ea typeface="Arial"/>
                <a:cs typeface="Arial"/>
              </a:defRPr>
            </a:lvl1pPr>
            <a:lvl2pPr algn="l">
              <a:defRPr sz="1500" b="0">
                <a:solidFill>
                  <a:srgbClr val="FFFFFF"/>
                </a:solidFill>
                <a:latin typeface="Arial"/>
                <a:ea typeface="Arial"/>
                <a:cs typeface="Arial"/>
              </a:defRPr>
            </a:lvl2pPr>
            <a:lvl3pPr algn="l">
              <a:defRPr sz="1500" b="0">
                <a:solidFill>
                  <a:srgbClr val="FFFFFF"/>
                </a:solidFill>
                <a:latin typeface="Arial"/>
                <a:ea typeface="Arial"/>
                <a:cs typeface="Arial"/>
              </a:defRPr>
            </a:lvl3pPr>
            <a:lvl4pPr algn="l">
              <a:defRPr sz="1500" b="0">
                <a:solidFill>
                  <a:srgbClr val="FFFFFF"/>
                </a:solidFill>
                <a:latin typeface="Arial"/>
                <a:ea typeface="Arial"/>
                <a:cs typeface="Arial"/>
              </a:defRPr>
            </a:lvl4pPr>
            <a:lvl5pPr algn="l">
              <a:defRPr sz="1500" b="0">
                <a:solidFill>
                  <a:srgbClr val="FFFFFF"/>
                </a:solidFill>
                <a:latin typeface="Arial"/>
                <a:ea typeface="Arial"/>
                <a:cs typeface="Arial"/>
              </a:defRPr>
            </a:lvl5pPr>
            <a:lvl6pPr algn="l">
              <a:defRPr sz="1500" b="0">
                <a:solidFill>
                  <a:srgbClr val="FFFFFF"/>
                </a:solidFill>
                <a:latin typeface="Arial"/>
                <a:ea typeface="Arial"/>
                <a:cs typeface="Arial"/>
              </a:defRPr>
            </a:lvl6pPr>
            <a:lvl7pPr algn="l">
              <a:defRPr sz="1500" b="0">
                <a:solidFill>
                  <a:srgbClr val="FFFFFF"/>
                </a:solidFill>
                <a:latin typeface="Arial"/>
                <a:ea typeface="Arial"/>
                <a:cs typeface="Arial"/>
              </a:defRPr>
            </a:lvl7pPr>
            <a:lvl8pPr algn="l">
              <a:defRPr sz="1500" b="0">
                <a:solidFill>
                  <a:srgbClr val="FFFFFF"/>
                </a:solidFill>
                <a:latin typeface="Arial"/>
                <a:ea typeface="Arial"/>
                <a:cs typeface="Arial"/>
              </a:defRPr>
            </a:lvl8pPr>
            <a:lvl9pPr algn="l">
              <a:defRPr sz="1500" b="0">
                <a:solidFill>
                  <a:srgbClr val="FFFFFF"/>
                </a:solidFill>
                <a:latin typeface="Arial"/>
                <a:ea typeface="Arial"/>
                <a:cs typeface="Arial"/>
              </a:defRPr>
            </a:lvl9pPr>
          </a:lstStyle>
          <a:p xmlns:a="http://schemas.openxmlformats.org/drawingml/2006/main">
            <a:pPr algn="l">
              <a:defRPr sz="1500" b="0">
                <a:solidFill>
                  <a:srgbClr val="FFFFFF"/>
                </a:solidFill>
                <a:latin typeface="Arial"/>
                <a:ea typeface="Arial"/>
                <a:cs typeface="Arial"/>
              </a:defRPr>
            </a:pPr>
            <a:r>
              <a:rPr sz="1500" b="0">
                <a:solidFill>
                  <a:srgbClr val="FFFFFF"/>
                </a:solidFill>
                <a:latin typeface="Arial"/>
                <a:ea typeface="Arial"/>
                <a:cs typeface="Arial"/>
              </a:rPr>
              <a:t>Search globally. See why a match surfaced.</a:t>
            </a:r>
          </a:p>
          <a:p xmlns:a="http://schemas.openxmlformats.org/drawingml/2006/main">
            <a:pPr algn="l">
              <a:defRPr sz="1500" b="0">
                <a:solidFill>
                  <a:srgbClr val="FFFFFF"/>
                </a:solidFill>
                <a:latin typeface="Arial"/>
                <a:ea typeface="Arial"/>
                <a:cs typeface="Arial"/>
              </a:defRPr>
            </a:pPr>
            <a:r>
              <a:rPr sz="1500" b="0">
                <a:solidFill>
                  <a:srgbClr val="FFFFFF"/>
                </a:solidFill>
                <a:latin typeface="Arial"/>
                <a:ea typeface="Arial"/>
                <a:cs typeface="Arial"/>
              </a:rPr>
              <a:t>Shape a first draft on your terms.</a:t>
            </a:r>
          </a:p>
        </p:txBody>
      </p:sp>
      <p:sp>
        <p:nvSpPr>
          <p:cNvPr id="7" name="">
            <a:extLst xmlns:a="http://schemas.openxmlformats.org/drawingml/2006/main">
              <a:ext uri="{FF2B5EF4-FFF2-40B4-BE49-F238E27FC236}">
                <a16:creationId xmlns:a16="http://schemas.microsoft.com/office/drawing/2014/main" id="{9B43AC52-284F-4FA9-B273-417B9131CBA7}"/>
              </a:ext>
            </a:extLst>
          </p:cNvPr>
          <p:cNvSpPr>
            <a:spLocks xmlns:a="http://schemas.openxmlformats.org/drawingml/2006/main" noGrp="1"/>
          </p:cNvSpPr>
          <p:nvPr/>
        </p:nvSpPr>
        <p:spPr>
          <a:xfrm xmlns:a="http://schemas.openxmlformats.org/drawingml/2006/main">
            <a:off x="742950" y="6181725"/>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B7B7C8"/>
                </a:solidFill>
                <a:latin typeface="Arial"/>
                <a:ea typeface="Arial"/>
                <a:cs typeface="Arial"/>
              </a:defRPr>
            </a:defPPr>
            <a:lvl1pPr algn="l">
              <a:defRPr sz="900" b="1">
                <a:solidFill>
                  <a:srgbClr val="B7B7C8"/>
                </a:solidFill>
                <a:latin typeface="Arial"/>
                <a:ea typeface="Arial"/>
                <a:cs typeface="Arial"/>
              </a:defRPr>
            </a:lvl1pPr>
            <a:lvl2pPr algn="l">
              <a:defRPr sz="900" b="1">
                <a:solidFill>
                  <a:srgbClr val="B7B7C8"/>
                </a:solidFill>
                <a:latin typeface="Arial"/>
                <a:ea typeface="Arial"/>
                <a:cs typeface="Arial"/>
              </a:defRPr>
            </a:lvl2pPr>
            <a:lvl3pPr algn="l">
              <a:defRPr sz="900" b="1">
                <a:solidFill>
                  <a:srgbClr val="B7B7C8"/>
                </a:solidFill>
                <a:latin typeface="Arial"/>
                <a:ea typeface="Arial"/>
                <a:cs typeface="Arial"/>
              </a:defRPr>
            </a:lvl3pPr>
            <a:lvl4pPr algn="l">
              <a:defRPr sz="900" b="1">
                <a:solidFill>
                  <a:srgbClr val="B7B7C8"/>
                </a:solidFill>
                <a:latin typeface="Arial"/>
                <a:ea typeface="Arial"/>
                <a:cs typeface="Arial"/>
              </a:defRPr>
            </a:lvl4pPr>
            <a:lvl5pPr algn="l">
              <a:defRPr sz="900" b="1">
                <a:solidFill>
                  <a:srgbClr val="B7B7C8"/>
                </a:solidFill>
                <a:latin typeface="Arial"/>
                <a:ea typeface="Arial"/>
                <a:cs typeface="Arial"/>
              </a:defRPr>
            </a:lvl5pPr>
            <a:lvl6pPr algn="l">
              <a:defRPr sz="900" b="1">
                <a:solidFill>
                  <a:srgbClr val="B7B7C8"/>
                </a:solidFill>
                <a:latin typeface="Arial"/>
                <a:ea typeface="Arial"/>
                <a:cs typeface="Arial"/>
              </a:defRPr>
            </a:lvl6pPr>
            <a:lvl7pPr algn="l">
              <a:defRPr sz="900" b="1">
                <a:solidFill>
                  <a:srgbClr val="B7B7C8"/>
                </a:solidFill>
                <a:latin typeface="Arial"/>
                <a:ea typeface="Arial"/>
                <a:cs typeface="Arial"/>
              </a:defRPr>
            </a:lvl7pPr>
            <a:lvl8pPr algn="l">
              <a:defRPr sz="900" b="1">
                <a:solidFill>
                  <a:srgbClr val="B7B7C8"/>
                </a:solidFill>
                <a:latin typeface="Arial"/>
                <a:ea typeface="Arial"/>
                <a:cs typeface="Arial"/>
              </a:defRPr>
            </a:lvl8pPr>
            <a:lvl9pPr algn="l">
              <a:defRPr sz="900" b="1">
                <a:solidFill>
                  <a:srgbClr val="B7B7C8"/>
                </a:solidFill>
                <a:latin typeface="Arial"/>
                <a:ea typeface="Arial"/>
                <a:cs typeface="Arial"/>
              </a:defRPr>
            </a:lvl9pPr>
          </a:lstStyle>
          <a:p xmlns:a="http://schemas.openxmlformats.org/drawingml/2006/main">
            <a:pPr algn="l">
              <a:defRPr sz="900" b="1">
                <a:solidFill>
                  <a:srgbClr val="B7B7C8"/>
                </a:solidFill>
                <a:latin typeface="Arial"/>
                <a:ea typeface="Arial"/>
                <a:cs typeface="Arial"/>
              </a:defRPr>
            </a:pPr>
            <a:r>
              <a:rPr sz="900" b="1">
                <a:solidFill>
                  <a:srgbClr val="B7B7C8"/>
                </a:solidFill>
                <a:latin typeface="Arial"/>
                <a:ea typeface="Arial"/>
                <a:cs typeface="Arial"/>
              </a:rPr>
              <a:t>PROTOTYPE  ·  OCT 2026</a:t>
            </a:r>
          </a:p>
        </p:txBody>
      </p:sp>
    </p:spTree>
    <p:extLst>
      <p:ext uri="{BB962C8B-B14F-4D97-AF65-F5344CB8AC3E}">
        <p14:creationId xmlns:p14="http://schemas.microsoft.com/office/powerpoint/2010/main" val="1232299331"/>
      </p:ext>
    </p:extLst>
  </p:cSld>
</p:sld>
</file>

<file path=ppt/slides/slide2.xml><?xml version="1.0" encoding="utf-8"?>
<p:sld xmlns:p="http://schemas.openxmlformats.org/presentationml/2006/main">
  <p:cSld>
    <p:bg>
      <p:bgPr>
        <a:solidFill xmlns:a="http://schemas.openxmlformats.org/drawingml/2006/main">
          <a:srgbClr val="11122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76CFF43-9F7A-4157-AF98-A464C0F03883}"/>
              </a:ext>
            </a:extLst>
          </p:cNvPr>
          <p:cNvSpPr>
            <a:spLocks xmlns:a="http://schemas.openxmlformats.org/drawingml/2006/main" noGrp="1"/>
          </p:cNvSpPr>
          <p:nvPr/>
        </p:nvSpPr>
        <p:spPr>
          <a:xfrm xmlns:a="http://schemas.openxmlformats.org/drawingml/2006/main">
            <a:off x="685800" y="45720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D6FF4F"/>
                </a:solidFill>
                <a:latin typeface="Arial"/>
                <a:ea typeface="Arial"/>
                <a:cs typeface="Arial"/>
              </a:defRPr>
            </a:defPPr>
            <a:lvl1pPr algn="l">
              <a:defRPr sz="975" b="1">
                <a:solidFill>
                  <a:srgbClr val="D6FF4F"/>
                </a:solidFill>
                <a:latin typeface="Arial"/>
                <a:ea typeface="Arial"/>
                <a:cs typeface="Arial"/>
              </a:defRPr>
            </a:lvl1pPr>
            <a:lvl2pPr algn="l">
              <a:defRPr sz="975" b="1">
                <a:solidFill>
                  <a:srgbClr val="D6FF4F"/>
                </a:solidFill>
                <a:latin typeface="Arial"/>
                <a:ea typeface="Arial"/>
                <a:cs typeface="Arial"/>
              </a:defRPr>
            </a:lvl2pPr>
            <a:lvl3pPr algn="l">
              <a:defRPr sz="975" b="1">
                <a:solidFill>
                  <a:srgbClr val="D6FF4F"/>
                </a:solidFill>
                <a:latin typeface="Arial"/>
                <a:ea typeface="Arial"/>
                <a:cs typeface="Arial"/>
              </a:defRPr>
            </a:lvl3pPr>
            <a:lvl4pPr algn="l">
              <a:defRPr sz="975" b="1">
                <a:solidFill>
                  <a:srgbClr val="D6FF4F"/>
                </a:solidFill>
                <a:latin typeface="Arial"/>
                <a:ea typeface="Arial"/>
                <a:cs typeface="Arial"/>
              </a:defRPr>
            </a:lvl4pPr>
            <a:lvl5pPr algn="l">
              <a:defRPr sz="975" b="1">
                <a:solidFill>
                  <a:srgbClr val="D6FF4F"/>
                </a:solidFill>
                <a:latin typeface="Arial"/>
                <a:ea typeface="Arial"/>
                <a:cs typeface="Arial"/>
              </a:defRPr>
            </a:lvl5pPr>
            <a:lvl6pPr algn="l">
              <a:defRPr sz="975" b="1">
                <a:solidFill>
                  <a:srgbClr val="D6FF4F"/>
                </a:solidFill>
                <a:latin typeface="Arial"/>
                <a:ea typeface="Arial"/>
                <a:cs typeface="Arial"/>
              </a:defRPr>
            </a:lvl6pPr>
            <a:lvl7pPr algn="l">
              <a:defRPr sz="975" b="1">
                <a:solidFill>
                  <a:srgbClr val="D6FF4F"/>
                </a:solidFill>
                <a:latin typeface="Arial"/>
                <a:ea typeface="Arial"/>
                <a:cs typeface="Arial"/>
              </a:defRPr>
            </a:lvl7pPr>
            <a:lvl8pPr algn="l">
              <a:defRPr sz="975" b="1">
                <a:solidFill>
                  <a:srgbClr val="D6FF4F"/>
                </a:solidFill>
                <a:latin typeface="Arial"/>
                <a:ea typeface="Arial"/>
                <a:cs typeface="Arial"/>
              </a:defRPr>
            </a:lvl8pPr>
            <a:lvl9pPr algn="l">
              <a:defRPr sz="975" b="1">
                <a:solidFill>
                  <a:srgbClr val="D6FF4F"/>
                </a:solidFill>
                <a:latin typeface="Arial"/>
                <a:ea typeface="Arial"/>
                <a:cs typeface="Arial"/>
              </a:defRPr>
            </a:lvl9pPr>
          </a:lstStyle>
          <a:p xmlns:a="http://schemas.openxmlformats.org/drawingml/2006/main">
            <a:pPr algn="l">
              <a:defRPr sz="975" b="1">
                <a:solidFill>
                  <a:srgbClr val="D6FF4F"/>
                </a:solidFill>
                <a:latin typeface="Arial"/>
                <a:ea typeface="Arial"/>
                <a:cs typeface="Arial"/>
              </a:defRPr>
            </a:pPr>
            <a:r>
              <a:rPr sz="975" b="1">
                <a:solidFill>
                  <a:srgbClr val="D6FF4F"/>
                </a:solidFill>
                <a:latin typeface="Arial"/>
                <a:ea typeface="Arial"/>
                <a:cs typeface="Arial"/>
              </a:rPr>
              <a:t>THE FRICTION</a:t>
            </a:r>
          </a:p>
        </p:txBody>
      </p:sp>
      <p:sp>
        <p:nvSpPr>
          <p:cNvPr id="2" name="">
            <a:extLst xmlns:a="http://schemas.openxmlformats.org/drawingml/2006/main">
              <a:ext uri="{FF2B5EF4-FFF2-40B4-BE49-F238E27FC236}">
                <a16:creationId xmlns:a16="http://schemas.microsoft.com/office/drawing/2014/main" id="{96AB3831-562D-415F-9E56-7F69ED6F46F6}"/>
              </a:ext>
            </a:extLst>
          </p:cNvPr>
          <p:cNvSpPr>
            <a:spLocks xmlns:a="http://schemas.openxmlformats.org/drawingml/2006/main" noGrp="1"/>
          </p:cNvSpPr>
          <p:nvPr/>
        </p:nvSpPr>
        <p:spPr>
          <a:xfrm xmlns:a="http://schemas.openxmlformats.org/drawingml/2006/main">
            <a:off x="685800" y="971550"/>
            <a:ext cx="67627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350" b="1">
                <a:solidFill>
                  <a:srgbClr val="FFFFFF"/>
                </a:solidFill>
                <a:latin typeface="Arial"/>
                <a:ea typeface="Arial"/>
                <a:cs typeface="Arial"/>
              </a:defRPr>
            </a:defPPr>
            <a:lvl1pPr algn="l">
              <a:defRPr sz="4350" b="1">
                <a:solidFill>
                  <a:srgbClr val="FFFFFF"/>
                </a:solidFill>
                <a:latin typeface="Arial"/>
                <a:ea typeface="Arial"/>
                <a:cs typeface="Arial"/>
              </a:defRPr>
            </a:lvl1pPr>
            <a:lvl2pPr algn="l">
              <a:defRPr sz="4350" b="1">
                <a:solidFill>
                  <a:srgbClr val="FFFFFF"/>
                </a:solidFill>
                <a:latin typeface="Arial"/>
                <a:ea typeface="Arial"/>
                <a:cs typeface="Arial"/>
              </a:defRPr>
            </a:lvl2pPr>
            <a:lvl3pPr algn="l">
              <a:defRPr sz="4350" b="1">
                <a:solidFill>
                  <a:srgbClr val="FFFFFF"/>
                </a:solidFill>
                <a:latin typeface="Arial"/>
                <a:ea typeface="Arial"/>
                <a:cs typeface="Arial"/>
              </a:defRPr>
            </a:lvl3pPr>
            <a:lvl4pPr algn="l">
              <a:defRPr sz="4350" b="1">
                <a:solidFill>
                  <a:srgbClr val="FFFFFF"/>
                </a:solidFill>
                <a:latin typeface="Arial"/>
                <a:ea typeface="Arial"/>
                <a:cs typeface="Arial"/>
              </a:defRPr>
            </a:lvl4pPr>
            <a:lvl5pPr algn="l">
              <a:defRPr sz="4350" b="1">
                <a:solidFill>
                  <a:srgbClr val="FFFFFF"/>
                </a:solidFill>
                <a:latin typeface="Arial"/>
                <a:ea typeface="Arial"/>
                <a:cs typeface="Arial"/>
              </a:defRPr>
            </a:lvl5pPr>
            <a:lvl6pPr algn="l">
              <a:defRPr sz="4350" b="1">
                <a:solidFill>
                  <a:srgbClr val="FFFFFF"/>
                </a:solidFill>
                <a:latin typeface="Arial"/>
                <a:ea typeface="Arial"/>
                <a:cs typeface="Arial"/>
              </a:defRPr>
            </a:lvl6pPr>
            <a:lvl7pPr algn="l">
              <a:defRPr sz="4350" b="1">
                <a:solidFill>
                  <a:srgbClr val="FFFFFF"/>
                </a:solidFill>
                <a:latin typeface="Arial"/>
                <a:ea typeface="Arial"/>
                <a:cs typeface="Arial"/>
              </a:defRPr>
            </a:lvl7pPr>
            <a:lvl8pPr algn="l">
              <a:defRPr sz="4350" b="1">
                <a:solidFill>
                  <a:srgbClr val="FFFFFF"/>
                </a:solidFill>
                <a:latin typeface="Arial"/>
                <a:ea typeface="Arial"/>
                <a:cs typeface="Arial"/>
              </a:defRPr>
            </a:lvl8pPr>
            <a:lvl9pPr algn="l">
              <a:defRPr sz="4350" b="1">
                <a:solidFill>
                  <a:srgbClr val="FFFFFF"/>
                </a:solidFill>
                <a:latin typeface="Arial"/>
                <a:ea typeface="Arial"/>
                <a:cs typeface="Arial"/>
              </a:defRPr>
            </a:lvl9pPr>
          </a:lstStyle>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Grant work starts</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before the form.</a:t>
            </a:r>
          </a:p>
        </p:txBody>
      </p:sp>
      <p:sp>
        <p:nvSpPr>
          <p:cNvPr id="3" name="">
            <a:extLst xmlns:a="http://schemas.openxmlformats.org/drawingml/2006/main">
              <a:ext uri="{FF2B5EF4-FFF2-40B4-BE49-F238E27FC236}">
                <a16:creationId xmlns:a16="http://schemas.microsoft.com/office/drawing/2014/main" id="{8CA3C9D2-96D2-4DB8-A604-820C1762563A}"/>
              </a:ext>
            </a:extLst>
          </p:cNvPr>
          <p:cNvSpPr>
            <a:spLocks xmlns:a="http://schemas.openxmlformats.org/drawingml/2006/main" noGrp="1"/>
          </p:cNvSpPr>
          <p:nvPr/>
        </p:nvSpPr>
        <p:spPr>
          <a:xfrm xmlns:a="http://schemas.openxmlformats.org/drawingml/2006/main">
            <a:off x="723900" y="2638425"/>
            <a:ext cx="600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D6D5E1"/>
                </a:solidFill>
                <a:latin typeface="Arial"/>
                <a:ea typeface="Arial"/>
                <a:cs typeface="Arial"/>
              </a:defRPr>
            </a:defPPr>
            <a:lvl1pPr algn="l">
              <a:defRPr sz="1650" b="0">
                <a:solidFill>
                  <a:srgbClr val="D6D5E1"/>
                </a:solidFill>
                <a:latin typeface="Arial"/>
                <a:ea typeface="Arial"/>
                <a:cs typeface="Arial"/>
              </a:defRPr>
            </a:lvl1pPr>
            <a:lvl2pPr algn="l">
              <a:defRPr sz="1650" b="0">
                <a:solidFill>
                  <a:srgbClr val="D6D5E1"/>
                </a:solidFill>
                <a:latin typeface="Arial"/>
                <a:ea typeface="Arial"/>
                <a:cs typeface="Arial"/>
              </a:defRPr>
            </a:lvl2pPr>
            <a:lvl3pPr algn="l">
              <a:defRPr sz="1650" b="0">
                <a:solidFill>
                  <a:srgbClr val="D6D5E1"/>
                </a:solidFill>
                <a:latin typeface="Arial"/>
                <a:ea typeface="Arial"/>
                <a:cs typeface="Arial"/>
              </a:defRPr>
            </a:lvl3pPr>
            <a:lvl4pPr algn="l">
              <a:defRPr sz="1650" b="0">
                <a:solidFill>
                  <a:srgbClr val="D6D5E1"/>
                </a:solidFill>
                <a:latin typeface="Arial"/>
                <a:ea typeface="Arial"/>
                <a:cs typeface="Arial"/>
              </a:defRPr>
            </a:lvl4pPr>
            <a:lvl5pPr algn="l">
              <a:defRPr sz="1650" b="0">
                <a:solidFill>
                  <a:srgbClr val="D6D5E1"/>
                </a:solidFill>
                <a:latin typeface="Arial"/>
                <a:ea typeface="Arial"/>
                <a:cs typeface="Arial"/>
              </a:defRPr>
            </a:lvl5pPr>
            <a:lvl6pPr algn="l">
              <a:defRPr sz="1650" b="0">
                <a:solidFill>
                  <a:srgbClr val="D6D5E1"/>
                </a:solidFill>
                <a:latin typeface="Arial"/>
                <a:ea typeface="Arial"/>
                <a:cs typeface="Arial"/>
              </a:defRPr>
            </a:lvl6pPr>
            <a:lvl7pPr algn="l">
              <a:defRPr sz="1650" b="0">
                <a:solidFill>
                  <a:srgbClr val="D6D5E1"/>
                </a:solidFill>
                <a:latin typeface="Arial"/>
                <a:ea typeface="Arial"/>
                <a:cs typeface="Arial"/>
              </a:defRPr>
            </a:lvl7pPr>
            <a:lvl8pPr algn="l">
              <a:defRPr sz="1650" b="0">
                <a:solidFill>
                  <a:srgbClr val="D6D5E1"/>
                </a:solidFill>
                <a:latin typeface="Arial"/>
                <a:ea typeface="Arial"/>
                <a:cs typeface="Arial"/>
              </a:defRPr>
            </a:lvl8pPr>
            <a:lvl9pPr algn="l">
              <a:defRPr sz="1650" b="0">
                <a:solidFill>
                  <a:srgbClr val="D6D5E1"/>
                </a:solidFill>
                <a:latin typeface="Arial"/>
                <a:ea typeface="Arial"/>
                <a:cs typeface="Arial"/>
              </a:defRPr>
            </a:lvl9pPr>
          </a:lstStyle>
          <a:p xmlns:a="http://schemas.openxmlformats.org/drawingml/2006/main">
            <a:pPr algn="l">
              <a:defRPr sz="1650" b="0">
                <a:solidFill>
                  <a:srgbClr val="D6D5E1"/>
                </a:solidFill>
                <a:latin typeface="Arial"/>
                <a:ea typeface="Arial"/>
                <a:cs typeface="Arial"/>
              </a:defRPr>
            </a:pPr>
            <a:r>
              <a:rPr sz="1650" b="0">
                <a:solidFill>
                  <a:srgbClr val="D6D5E1"/>
                </a:solidFill>
                <a:latin typeface="Arial"/>
                <a:ea typeface="Arial"/>
                <a:cs typeface="Arial"/>
              </a:rPr>
              <a:t>Founders first have to find opportunities, judge fit, then adapt their story for each program.</a:t>
            </a:r>
          </a:p>
        </p:txBody>
      </p:sp>
      <p:sp>
        <p:nvSpPr>
          <p:cNvPr id="4" name="">
            <a:extLst xmlns:a="http://schemas.openxmlformats.org/drawingml/2006/main">
              <a:ext uri="{FF2B5EF4-FFF2-40B4-BE49-F238E27FC236}">
                <a16:creationId xmlns:a16="http://schemas.microsoft.com/office/drawing/2014/main" id="{546F51F1-3FD6-473E-987C-AD0329B1785C}"/>
              </a:ext>
            </a:extLst>
          </p:cNvPr>
          <p:cNvSpPr>
            <a:spLocks xmlns:a="http://schemas.openxmlformats.org/drawingml/2006/main" noGrp="1"/>
          </p:cNvSpPr>
          <p:nvPr/>
        </p:nvSpPr>
        <p:spPr>
          <a:xfrm xmlns:a="http://schemas.openxmlformats.org/drawingml/2006/main">
            <a:off x="723900" y="4114800"/>
            <a:ext cx="3143250" cy="9525"/>
          </a:xfrm>
          <a:prstGeom xmlns:a="http://schemas.openxmlformats.org/drawingml/2006/main" prst="rect">
            <a:avLst/>
          </a:prstGeom>
          <a:solidFill xmlns:a="http://schemas.openxmlformats.org/drawingml/2006/main">
            <a:srgbClr val="41415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0F9E041-41DC-4696-A3A1-EC3CB8E7B0EC}"/>
              </a:ext>
            </a:extLst>
          </p:cNvPr>
          <p:cNvSpPr>
            <a:spLocks xmlns:a="http://schemas.openxmlformats.org/drawingml/2006/main" noGrp="1"/>
          </p:cNvSpPr>
          <p:nvPr/>
        </p:nvSpPr>
        <p:spPr>
          <a:xfrm xmlns:a="http://schemas.openxmlformats.org/drawingml/2006/main">
            <a:off x="723900" y="434340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D6FF4F"/>
                </a:solidFill>
                <a:latin typeface="Arial"/>
                <a:ea typeface="Arial"/>
                <a:cs typeface="Arial"/>
              </a:defRPr>
            </a:defPPr>
            <a:lvl1pPr algn="l">
              <a:defRPr sz="1200" b="1">
                <a:solidFill>
                  <a:srgbClr val="D6FF4F"/>
                </a:solidFill>
                <a:latin typeface="Arial"/>
                <a:ea typeface="Arial"/>
                <a:cs typeface="Arial"/>
              </a:defRPr>
            </a:lvl1pPr>
            <a:lvl2pPr algn="l">
              <a:defRPr sz="1200" b="1">
                <a:solidFill>
                  <a:srgbClr val="D6FF4F"/>
                </a:solidFill>
                <a:latin typeface="Arial"/>
                <a:ea typeface="Arial"/>
                <a:cs typeface="Arial"/>
              </a:defRPr>
            </a:lvl2pPr>
            <a:lvl3pPr algn="l">
              <a:defRPr sz="1200" b="1">
                <a:solidFill>
                  <a:srgbClr val="D6FF4F"/>
                </a:solidFill>
                <a:latin typeface="Arial"/>
                <a:ea typeface="Arial"/>
                <a:cs typeface="Arial"/>
              </a:defRPr>
            </a:lvl3pPr>
            <a:lvl4pPr algn="l">
              <a:defRPr sz="1200" b="1">
                <a:solidFill>
                  <a:srgbClr val="D6FF4F"/>
                </a:solidFill>
                <a:latin typeface="Arial"/>
                <a:ea typeface="Arial"/>
                <a:cs typeface="Arial"/>
              </a:defRPr>
            </a:lvl4pPr>
            <a:lvl5pPr algn="l">
              <a:defRPr sz="1200" b="1">
                <a:solidFill>
                  <a:srgbClr val="D6FF4F"/>
                </a:solidFill>
                <a:latin typeface="Arial"/>
                <a:ea typeface="Arial"/>
                <a:cs typeface="Arial"/>
              </a:defRPr>
            </a:lvl5pPr>
            <a:lvl6pPr algn="l">
              <a:defRPr sz="1200" b="1">
                <a:solidFill>
                  <a:srgbClr val="D6FF4F"/>
                </a:solidFill>
                <a:latin typeface="Arial"/>
                <a:ea typeface="Arial"/>
                <a:cs typeface="Arial"/>
              </a:defRPr>
            </a:lvl6pPr>
            <a:lvl7pPr algn="l">
              <a:defRPr sz="1200" b="1">
                <a:solidFill>
                  <a:srgbClr val="D6FF4F"/>
                </a:solidFill>
                <a:latin typeface="Arial"/>
                <a:ea typeface="Arial"/>
                <a:cs typeface="Arial"/>
              </a:defRPr>
            </a:lvl7pPr>
            <a:lvl8pPr algn="l">
              <a:defRPr sz="1200" b="1">
                <a:solidFill>
                  <a:srgbClr val="D6FF4F"/>
                </a:solidFill>
                <a:latin typeface="Arial"/>
                <a:ea typeface="Arial"/>
                <a:cs typeface="Arial"/>
              </a:defRPr>
            </a:lvl8pPr>
            <a:lvl9pPr algn="l">
              <a:defRPr sz="1200" b="1">
                <a:solidFill>
                  <a:srgbClr val="D6FF4F"/>
                </a:solidFill>
                <a:latin typeface="Arial"/>
                <a:ea typeface="Arial"/>
                <a:cs typeface="Arial"/>
              </a:defRPr>
            </a:lvl9pPr>
          </a:lstStyle>
          <a:p xmlns:a="http://schemas.openxmlformats.org/drawingml/2006/main">
            <a:pPr algn="l">
              <a:defRPr sz="1200" b="1">
                <a:solidFill>
                  <a:srgbClr val="D6FF4F"/>
                </a:solidFill>
                <a:latin typeface="Arial"/>
                <a:ea typeface="Arial"/>
                <a:cs typeface="Arial"/>
              </a:defRPr>
            </a:pPr>
            <a:r>
              <a:rPr sz="1200" b="1">
                <a:solidFill>
                  <a:srgbClr val="D6FF4F"/>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1040B1AA-8B34-4725-8826-779973D64CDD}"/>
              </a:ext>
            </a:extLst>
          </p:cNvPr>
          <p:cNvSpPr>
            <a:spLocks xmlns:a="http://schemas.openxmlformats.org/drawingml/2006/main" noGrp="1"/>
          </p:cNvSpPr>
          <p:nvPr/>
        </p:nvSpPr>
        <p:spPr>
          <a:xfrm xmlns:a="http://schemas.openxmlformats.org/drawingml/2006/main">
            <a:off x="723900" y="4714875"/>
            <a:ext cx="304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D6FF4F"/>
                </a:solidFill>
                <a:latin typeface="Arial"/>
                <a:ea typeface="Arial"/>
                <a:cs typeface="Arial"/>
              </a:defRPr>
            </a:defPPr>
            <a:lvl1pPr algn="l">
              <a:defRPr sz="2550" b="1">
                <a:solidFill>
                  <a:srgbClr val="D6FF4F"/>
                </a:solidFill>
                <a:latin typeface="Arial"/>
                <a:ea typeface="Arial"/>
                <a:cs typeface="Arial"/>
              </a:defRPr>
            </a:lvl1pPr>
            <a:lvl2pPr algn="l">
              <a:defRPr sz="2550" b="1">
                <a:solidFill>
                  <a:srgbClr val="D6FF4F"/>
                </a:solidFill>
                <a:latin typeface="Arial"/>
                <a:ea typeface="Arial"/>
                <a:cs typeface="Arial"/>
              </a:defRPr>
            </a:lvl2pPr>
            <a:lvl3pPr algn="l">
              <a:defRPr sz="2550" b="1">
                <a:solidFill>
                  <a:srgbClr val="D6FF4F"/>
                </a:solidFill>
                <a:latin typeface="Arial"/>
                <a:ea typeface="Arial"/>
                <a:cs typeface="Arial"/>
              </a:defRPr>
            </a:lvl3pPr>
            <a:lvl4pPr algn="l">
              <a:defRPr sz="2550" b="1">
                <a:solidFill>
                  <a:srgbClr val="D6FF4F"/>
                </a:solidFill>
                <a:latin typeface="Arial"/>
                <a:ea typeface="Arial"/>
                <a:cs typeface="Arial"/>
              </a:defRPr>
            </a:lvl4pPr>
            <a:lvl5pPr algn="l">
              <a:defRPr sz="2550" b="1">
                <a:solidFill>
                  <a:srgbClr val="D6FF4F"/>
                </a:solidFill>
                <a:latin typeface="Arial"/>
                <a:ea typeface="Arial"/>
                <a:cs typeface="Arial"/>
              </a:defRPr>
            </a:lvl5pPr>
            <a:lvl6pPr algn="l">
              <a:defRPr sz="2550" b="1">
                <a:solidFill>
                  <a:srgbClr val="D6FF4F"/>
                </a:solidFill>
                <a:latin typeface="Arial"/>
                <a:ea typeface="Arial"/>
                <a:cs typeface="Arial"/>
              </a:defRPr>
            </a:lvl6pPr>
            <a:lvl7pPr algn="l">
              <a:defRPr sz="2550" b="1">
                <a:solidFill>
                  <a:srgbClr val="D6FF4F"/>
                </a:solidFill>
                <a:latin typeface="Arial"/>
                <a:ea typeface="Arial"/>
                <a:cs typeface="Arial"/>
              </a:defRPr>
            </a:lvl7pPr>
            <a:lvl8pPr algn="l">
              <a:defRPr sz="2550" b="1">
                <a:solidFill>
                  <a:srgbClr val="D6FF4F"/>
                </a:solidFill>
                <a:latin typeface="Arial"/>
                <a:ea typeface="Arial"/>
                <a:cs typeface="Arial"/>
              </a:defRPr>
            </a:lvl8pPr>
            <a:lvl9pPr algn="l">
              <a:defRPr sz="2550" b="1">
                <a:solidFill>
                  <a:srgbClr val="D6FF4F"/>
                </a:solidFill>
                <a:latin typeface="Arial"/>
                <a:ea typeface="Arial"/>
                <a:cs typeface="Arial"/>
              </a:defRPr>
            </a:lvl9pPr>
          </a:lstStyle>
          <a:p xmlns:a="http://schemas.openxmlformats.org/drawingml/2006/main">
            <a:pPr algn="l">
              <a:defRPr sz="2550" b="1">
                <a:solidFill>
                  <a:srgbClr val="D6FF4F"/>
                </a:solidFill>
                <a:latin typeface="Arial"/>
                <a:ea typeface="Arial"/>
                <a:cs typeface="Arial"/>
              </a:defRPr>
            </a:pPr>
            <a:r>
              <a:rPr sz="2550" b="1">
                <a:solidFill>
                  <a:srgbClr val="D6FF4F"/>
                </a:solidFill>
                <a:latin typeface="Arial"/>
                <a:ea typeface="Arial"/>
                <a:cs typeface="Arial"/>
              </a:rPr>
              <a:t>FIND</a:t>
            </a:r>
          </a:p>
        </p:txBody>
      </p:sp>
      <p:sp>
        <p:nvSpPr>
          <p:cNvPr id="7" name="">
            <a:extLst xmlns:a="http://schemas.openxmlformats.org/drawingml/2006/main">
              <a:ext uri="{FF2B5EF4-FFF2-40B4-BE49-F238E27FC236}">
                <a16:creationId xmlns:a16="http://schemas.microsoft.com/office/drawing/2014/main" id="{7CA6FB22-12CD-4BD4-89BF-1CFDBF66D8E4}"/>
              </a:ext>
            </a:extLst>
          </p:cNvPr>
          <p:cNvSpPr>
            <a:spLocks xmlns:a="http://schemas.openxmlformats.org/drawingml/2006/main" noGrp="1"/>
          </p:cNvSpPr>
          <p:nvPr/>
        </p:nvSpPr>
        <p:spPr>
          <a:xfrm xmlns:a="http://schemas.openxmlformats.org/drawingml/2006/main">
            <a:off x="723900" y="5257800"/>
            <a:ext cx="3009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D6D5E1"/>
                </a:solidFill>
                <a:latin typeface="Arial"/>
                <a:ea typeface="Arial"/>
                <a:cs typeface="Arial"/>
              </a:defRPr>
            </a:defPPr>
            <a:lvl1pPr algn="l">
              <a:defRPr sz="1350" b="0">
                <a:solidFill>
                  <a:srgbClr val="D6D5E1"/>
                </a:solidFill>
                <a:latin typeface="Arial"/>
                <a:ea typeface="Arial"/>
                <a:cs typeface="Arial"/>
              </a:defRPr>
            </a:lvl1pPr>
            <a:lvl2pPr algn="l">
              <a:defRPr sz="1350" b="0">
                <a:solidFill>
                  <a:srgbClr val="D6D5E1"/>
                </a:solidFill>
                <a:latin typeface="Arial"/>
                <a:ea typeface="Arial"/>
                <a:cs typeface="Arial"/>
              </a:defRPr>
            </a:lvl2pPr>
            <a:lvl3pPr algn="l">
              <a:defRPr sz="1350" b="0">
                <a:solidFill>
                  <a:srgbClr val="D6D5E1"/>
                </a:solidFill>
                <a:latin typeface="Arial"/>
                <a:ea typeface="Arial"/>
                <a:cs typeface="Arial"/>
              </a:defRPr>
            </a:lvl3pPr>
            <a:lvl4pPr algn="l">
              <a:defRPr sz="1350" b="0">
                <a:solidFill>
                  <a:srgbClr val="D6D5E1"/>
                </a:solidFill>
                <a:latin typeface="Arial"/>
                <a:ea typeface="Arial"/>
                <a:cs typeface="Arial"/>
              </a:defRPr>
            </a:lvl4pPr>
            <a:lvl5pPr algn="l">
              <a:defRPr sz="1350" b="0">
                <a:solidFill>
                  <a:srgbClr val="D6D5E1"/>
                </a:solidFill>
                <a:latin typeface="Arial"/>
                <a:ea typeface="Arial"/>
                <a:cs typeface="Arial"/>
              </a:defRPr>
            </a:lvl5pPr>
            <a:lvl6pPr algn="l">
              <a:defRPr sz="1350" b="0">
                <a:solidFill>
                  <a:srgbClr val="D6D5E1"/>
                </a:solidFill>
                <a:latin typeface="Arial"/>
                <a:ea typeface="Arial"/>
                <a:cs typeface="Arial"/>
              </a:defRPr>
            </a:lvl6pPr>
            <a:lvl7pPr algn="l">
              <a:defRPr sz="1350" b="0">
                <a:solidFill>
                  <a:srgbClr val="D6D5E1"/>
                </a:solidFill>
                <a:latin typeface="Arial"/>
                <a:ea typeface="Arial"/>
                <a:cs typeface="Arial"/>
              </a:defRPr>
            </a:lvl7pPr>
            <a:lvl8pPr algn="l">
              <a:defRPr sz="1350" b="0">
                <a:solidFill>
                  <a:srgbClr val="D6D5E1"/>
                </a:solidFill>
                <a:latin typeface="Arial"/>
                <a:ea typeface="Arial"/>
                <a:cs typeface="Arial"/>
              </a:defRPr>
            </a:lvl8pPr>
            <a:lvl9pPr algn="l">
              <a:defRPr sz="1350" b="0">
                <a:solidFill>
                  <a:srgbClr val="D6D5E1"/>
                </a:solidFill>
                <a:latin typeface="Arial"/>
                <a:ea typeface="Arial"/>
                <a:cs typeface="Arial"/>
              </a:defRPr>
            </a:lvl9pPr>
          </a:lstStyle>
          <a:p xmlns:a="http://schemas.openxmlformats.org/drawingml/2006/main">
            <a:pPr algn="l">
              <a:defRPr sz="1350" b="0">
                <a:solidFill>
                  <a:srgbClr val="D6D5E1"/>
                </a:solidFill>
                <a:latin typeface="Arial"/>
                <a:ea typeface="Arial"/>
                <a:cs typeface="Arial"/>
              </a:defRPr>
            </a:pPr>
            <a:r>
              <a:rPr sz="1350" b="0">
                <a:solidFill>
                  <a:srgbClr val="D6D5E1"/>
                </a:solidFill>
                <a:latin typeface="Arial"/>
                <a:ea typeface="Arial"/>
                <a:cs typeface="Arial"/>
              </a:rPr>
              <a:t>The opportunity is somewhere across programs and sources.</a:t>
            </a:r>
          </a:p>
        </p:txBody>
      </p:sp>
      <p:sp>
        <p:nvSpPr>
          <p:cNvPr id="8" name="">
            <a:extLst xmlns:a="http://schemas.openxmlformats.org/drawingml/2006/main">
              <a:ext uri="{FF2B5EF4-FFF2-40B4-BE49-F238E27FC236}">
                <a16:creationId xmlns:a16="http://schemas.microsoft.com/office/drawing/2014/main" id="{AD10533F-3517-4EED-8361-8A55D74C501F}"/>
              </a:ext>
            </a:extLst>
          </p:cNvPr>
          <p:cNvSpPr>
            <a:spLocks xmlns:a="http://schemas.openxmlformats.org/drawingml/2006/main" noGrp="1"/>
          </p:cNvSpPr>
          <p:nvPr/>
        </p:nvSpPr>
        <p:spPr>
          <a:xfrm xmlns:a="http://schemas.openxmlformats.org/drawingml/2006/main">
            <a:off x="4391025" y="4114800"/>
            <a:ext cx="3143250" cy="9525"/>
          </a:xfrm>
          <a:prstGeom xmlns:a="http://schemas.openxmlformats.org/drawingml/2006/main" prst="rect">
            <a:avLst/>
          </a:prstGeom>
          <a:solidFill xmlns:a="http://schemas.openxmlformats.org/drawingml/2006/main">
            <a:srgbClr val="41415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192868B-A55C-4FF3-A9C2-ACEE5D4E9E4E}"/>
              </a:ext>
            </a:extLst>
          </p:cNvPr>
          <p:cNvSpPr>
            <a:spLocks xmlns:a="http://schemas.openxmlformats.org/drawingml/2006/main" noGrp="1"/>
          </p:cNvSpPr>
          <p:nvPr/>
        </p:nvSpPr>
        <p:spPr>
          <a:xfrm xmlns:a="http://schemas.openxmlformats.org/drawingml/2006/main">
            <a:off x="4391025" y="434340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7EE4C2"/>
                </a:solidFill>
                <a:latin typeface="Arial"/>
                <a:ea typeface="Arial"/>
                <a:cs typeface="Arial"/>
              </a:defRPr>
            </a:defPPr>
            <a:lvl1pPr algn="l">
              <a:defRPr sz="1200" b="1">
                <a:solidFill>
                  <a:srgbClr val="7EE4C2"/>
                </a:solidFill>
                <a:latin typeface="Arial"/>
                <a:ea typeface="Arial"/>
                <a:cs typeface="Arial"/>
              </a:defRPr>
            </a:lvl1pPr>
            <a:lvl2pPr algn="l">
              <a:defRPr sz="1200" b="1">
                <a:solidFill>
                  <a:srgbClr val="7EE4C2"/>
                </a:solidFill>
                <a:latin typeface="Arial"/>
                <a:ea typeface="Arial"/>
                <a:cs typeface="Arial"/>
              </a:defRPr>
            </a:lvl2pPr>
            <a:lvl3pPr algn="l">
              <a:defRPr sz="1200" b="1">
                <a:solidFill>
                  <a:srgbClr val="7EE4C2"/>
                </a:solidFill>
                <a:latin typeface="Arial"/>
                <a:ea typeface="Arial"/>
                <a:cs typeface="Arial"/>
              </a:defRPr>
            </a:lvl3pPr>
            <a:lvl4pPr algn="l">
              <a:defRPr sz="1200" b="1">
                <a:solidFill>
                  <a:srgbClr val="7EE4C2"/>
                </a:solidFill>
                <a:latin typeface="Arial"/>
                <a:ea typeface="Arial"/>
                <a:cs typeface="Arial"/>
              </a:defRPr>
            </a:lvl4pPr>
            <a:lvl5pPr algn="l">
              <a:defRPr sz="1200" b="1">
                <a:solidFill>
                  <a:srgbClr val="7EE4C2"/>
                </a:solidFill>
                <a:latin typeface="Arial"/>
                <a:ea typeface="Arial"/>
                <a:cs typeface="Arial"/>
              </a:defRPr>
            </a:lvl5pPr>
            <a:lvl6pPr algn="l">
              <a:defRPr sz="1200" b="1">
                <a:solidFill>
                  <a:srgbClr val="7EE4C2"/>
                </a:solidFill>
                <a:latin typeface="Arial"/>
                <a:ea typeface="Arial"/>
                <a:cs typeface="Arial"/>
              </a:defRPr>
            </a:lvl6pPr>
            <a:lvl7pPr algn="l">
              <a:defRPr sz="1200" b="1">
                <a:solidFill>
                  <a:srgbClr val="7EE4C2"/>
                </a:solidFill>
                <a:latin typeface="Arial"/>
                <a:ea typeface="Arial"/>
                <a:cs typeface="Arial"/>
              </a:defRPr>
            </a:lvl7pPr>
            <a:lvl8pPr algn="l">
              <a:defRPr sz="1200" b="1">
                <a:solidFill>
                  <a:srgbClr val="7EE4C2"/>
                </a:solidFill>
                <a:latin typeface="Arial"/>
                <a:ea typeface="Arial"/>
                <a:cs typeface="Arial"/>
              </a:defRPr>
            </a:lvl8pPr>
            <a:lvl9pPr algn="l">
              <a:defRPr sz="1200" b="1">
                <a:solidFill>
                  <a:srgbClr val="7EE4C2"/>
                </a:solidFill>
                <a:latin typeface="Arial"/>
                <a:ea typeface="Arial"/>
                <a:cs typeface="Arial"/>
              </a:defRPr>
            </a:lvl9pPr>
          </a:lstStyle>
          <a:p xmlns:a="http://schemas.openxmlformats.org/drawingml/2006/main">
            <a:pPr algn="l">
              <a:defRPr sz="1200" b="1">
                <a:solidFill>
                  <a:srgbClr val="7EE4C2"/>
                </a:solidFill>
                <a:latin typeface="Arial"/>
                <a:ea typeface="Arial"/>
                <a:cs typeface="Arial"/>
              </a:defRPr>
            </a:pPr>
            <a:r>
              <a:rPr sz="1200" b="1">
                <a:solidFill>
                  <a:srgbClr val="7EE4C2"/>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70BA30C8-E7F5-4958-AEF7-140DFFBFE1F8}"/>
              </a:ext>
            </a:extLst>
          </p:cNvPr>
          <p:cNvSpPr>
            <a:spLocks xmlns:a="http://schemas.openxmlformats.org/drawingml/2006/main" noGrp="1"/>
          </p:cNvSpPr>
          <p:nvPr/>
        </p:nvSpPr>
        <p:spPr>
          <a:xfrm xmlns:a="http://schemas.openxmlformats.org/drawingml/2006/main">
            <a:off x="4391025" y="4714875"/>
            <a:ext cx="304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7EE4C2"/>
                </a:solidFill>
                <a:latin typeface="Arial"/>
                <a:ea typeface="Arial"/>
                <a:cs typeface="Arial"/>
              </a:defRPr>
            </a:defPPr>
            <a:lvl1pPr algn="l">
              <a:defRPr sz="2550" b="1">
                <a:solidFill>
                  <a:srgbClr val="7EE4C2"/>
                </a:solidFill>
                <a:latin typeface="Arial"/>
                <a:ea typeface="Arial"/>
                <a:cs typeface="Arial"/>
              </a:defRPr>
            </a:lvl1pPr>
            <a:lvl2pPr algn="l">
              <a:defRPr sz="2550" b="1">
                <a:solidFill>
                  <a:srgbClr val="7EE4C2"/>
                </a:solidFill>
                <a:latin typeface="Arial"/>
                <a:ea typeface="Arial"/>
                <a:cs typeface="Arial"/>
              </a:defRPr>
            </a:lvl2pPr>
            <a:lvl3pPr algn="l">
              <a:defRPr sz="2550" b="1">
                <a:solidFill>
                  <a:srgbClr val="7EE4C2"/>
                </a:solidFill>
                <a:latin typeface="Arial"/>
                <a:ea typeface="Arial"/>
                <a:cs typeface="Arial"/>
              </a:defRPr>
            </a:lvl3pPr>
            <a:lvl4pPr algn="l">
              <a:defRPr sz="2550" b="1">
                <a:solidFill>
                  <a:srgbClr val="7EE4C2"/>
                </a:solidFill>
                <a:latin typeface="Arial"/>
                <a:ea typeface="Arial"/>
                <a:cs typeface="Arial"/>
              </a:defRPr>
            </a:lvl4pPr>
            <a:lvl5pPr algn="l">
              <a:defRPr sz="2550" b="1">
                <a:solidFill>
                  <a:srgbClr val="7EE4C2"/>
                </a:solidFill>
                <a:latin typeface="Arial"/>
                <a:ea typeface="Arial"/>
                <a:cs typeface="Arial"/>
              </a:defRPr>
            </a:lvl5pPr>
            <a:lvl6pPr algn="l">
              <a:defRPr sz="2550" b="1">
                <a:solidFill>
                  <a:srgbClr val="7EE4C2"/>
                </a:solidFill>
                <a:latin typeface="Arial"/>
                <a:ea typeface="Arial"/>
                <a:cs typeface="Arial"/>
              </a:defRPr>
            </a:lvl6pPr>
            <a:lvl7pPr algn="l">
              <a:defRPr sz="2550" b="1">
                <a:solidFill>
                  <a:srgbClr val="7EE4C2"/>
                </a:solidFill>
                <a:latin typeface="Arial"/>
                <a:ea typeface="Arial"/>
                <a:cs typeface="Arial"/>
              </a:defRPr>
            </a:lvl7pPr>
            <a:lvl8pPr algn="l">
              <a:defRPr sz="2550" b="1">
                <a:solidFill>
                  <a:srgbClr val="7EE4C2"/>
                </a:solidFill>
                <a:latin typeface="Arial"/>
                <a:ea typeface="Arial"/>
                <a:cs typeface="Arial"/>
              </a:defRPr>
            </a:lvl8pPr>
            <a:lvl9pPr algn="l">
              <a:defRPr sz="2550" b="1">
                <a:solidFill>
                  <a:srgbClr val="7EE4C2"/>
                </a:solidFill>
                <a:latin typeface="Arial"/>
                <a:ea typeface="Arial"/>
                <a:cs typeface="Arial"/>
              </a:defRPr>
            </a:lvl9pPr>
          </a:lstStyle>
          <a:p xmlns:a="http://schemas.openxmlformats.org/drawingml/2006/main">
            <a:pPr algn="l">
              <a:defRPr sz="2550" b="1">
                <a:solidFill>
                  <a:srgbClr val="7EE4C2"/>
                </a:solidFill>
                <a:latin typeface="Arial"/>
                <a:ea typeface="Arial"/>
                <a:cs typeface="Arial"/>
              </a:defRPr>
            </a:pPr>
            <a:r>
              <a:rPr sz="2550" b="1">
                <a:solidFill>
                  <a:srgbClr val="7EE4C2"/>
                </a:solidFill>
                <a:latin typeface="Arial"/>
                <a:ea typeface="Arial"/>
                <a:cs typeface="Arial"/>
              </a:rPr>
              <a:t>FIT</a:t>
            </a:r>
          </a:p>
        </p:txBody>
      </p:sp>
      <p:sp>
        <p:nvSpPr>
          <p:cNvPr id="11" name="">
            <a:extLst xmlns:a="http://schemas.openxmlformats.org/drawingml/2006/main">
              <a:ext uri="{FF2B5EF4-FFF2-40B4-BE49-F238E27FC236}">
                <a16:creationId xmlns:a16="http://schemas.microsoft.com/office/drawing/2014/main" id="{9CF332C2-C546-4F17-BFCD-058D234B70B0}"/>
              </a:ext>
            </a:extLst>
          </p:cNvPr>
          <p:cNvSpPr>
            <a:spLocks xmlns:a="http://schemas.openxmlformats.org/drawingml/2006/main" noGrp="1"/>
          </p:cNvSpPr>
          <p:nvPr/>
        </p:nvSpPr>
        <p:spPr>
          <a:xfrm xmlns:a="http://schemas.openxmlformats.org/drawingml/2006/main">
            <a:off x="4391025" y="5257800"/>
            <a:ext cx="3009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D6D5E1"/>
                </a:solidFill>
                <a:latin typeface="Arial"/>
                <a:ea typeface="Arial"/>
                <a:cs typeface="Arial"/>
              </a:defRPr>
            </a:defPPr>
            <a:lvl1pPr algn="l">
              <a:defRPr sz="1350" b="0">
                <a:solidFill>
                  <a:srgbClr val="D6D5E1"/>
                </a:solidFill>
                <a:latin typeface="Arial"/>
                <a:ea typeface="Arial"/>
                <a:cs typeface="Arial"/>
              </a:defRPr>
            </a:lvl1pPr>
            <a:lvl2pPr algn="l">
              <a:defRPr sz="1350" b="0">
                <a:solidFill>
                  <a:srgbClr val="D6D5E1"/>
                </a:solidFill>
                <a:latin typeface="Arial"/>
                <a:ea typeface="Arial"/>
                <a:cs typeface="Arial"/>
              </a:defRPr>
            </a:lvl2pPr>
            <a:lvl3pPr algn="l">
              <a:defRPr sz="1350" b="0">
                <a:solidFill>
                  <a:srgbClr val="D6D5E1"/>
                </a:solidFill>
                <a:latin typeface="Arial"/>
                <a:ea typeface="Arial"/>
                <a:cs typeface="Arial"/>
              </a:defRPr>
            </a:lvl3pPr>
            <a:lvl4pPr algn="l">
              <a:defRPr sz="1350" b="0">
                <a:solidFill>
                  <a:srgbClr val="D6D5E1"/>
                </a:solidFill>
                <a:latin typeface="Arial"/>
                <a:ea typeface="Arial"/>
                <a:cs typeface="Arial"/>
              </a:defRPr>
            </a:lvl4pPr>
            <a:lvl5pPr algn="l">
              <a:defRPr sz="1350" b="0">
                <a:solidFill>
                  <a:srgbClr val="D6D5E1"/>
                </a:solidFill>
                <a:latin typeface="Arial"/>
                <a:ea typeface="Arial"/>
                <a:cs typeface="Arial"/>
              </a:defRPr>
            </a:lvl5pPr>
            <a:lvl6pPr algn="l">
              <a:defRPr sz="1350" b="0">
                <a:solidFill>
                  <a:srgbClr val="D6D5E1"/>
                </a:solidFill>
                <a:latin typeface="Arial"/>
                <a:ea typeface="Arial"/>
                <a:cs typeface="Arial"/>
              </a:defRPr>
            </a:lvl6pPr>
            <a:lvl7pPr algn="l">
              <a:defRPr sz="1350" b="0">
                <a:solidFill>
                  <a:srgbClr val="D6D5E1"/>
                </a:solidFill>
                <a:latin typeface="Arial"/>
                <a:ea typeface="Arial"/>
                <a:cs typeface="Arial"/>
              </a:defRPr>
            </a:lvl7pPr>
            <a:lvl8pPr algn="l">
              <a:defRPr sz="1350" b="0">
                <a:solidFill>
                  <a:srgbClr val="D6D5E1"/>
                </a:solidFill>
                <a:latin typeface="Arial"/>
                <a:ea typeface="Arial"/>
                <a:cs typeface="Arial"/>
              </a:defRPr>
            </a:lvl8pPr>
            <a:lvl9pPr algn="l">
              <a:defRPr sz="1350" b="0">
                <a:solidFill>
                  <a:srgbClr val="D6D5E1"/>
                </a:solidFill>
                <a:latin typeface="Arial"/>
                <a:ea typeface="Arial"/>
                <a:cs typeface="Arial"/>
              </a:defRPr>
            </a:lvl9pPr>
          </a:lstStyle>
          <a:p xmlns:a="http://schemas.openxmlformats.org/drawingml/2006/main">
            <a:pPr algn="l">
              <a:defRPr sz="1350" b="0">
                <a:solidFill>
                  <a:srgbClr val="D6D5E1"/>
                </a:solidFill>
                <a:latin typeface="Arial"/>
                <a:ea typeface="Arial"/>
                <a:cs typeface="Arial"/>
              </a:defRPr>
            </a:pPr>
            <a:r>
              <a:rPr sz="1350" b="0">
                <a:solidFill>
                  <a:srgbClr val="D6D5E1"/>
                </a:solidFill>
                <a:latin typeface="Arial"/>
                <a:ea typeface="Arial"/>
                <a:cs typeface="Arial"/>
              </a:rPr>
              <a:t>Eligibility is hard to compare with a venture’s profile.</a:t>
            </a:r>
          </a:p>
        </p:txBody>
      </p:sp>
      <p:sp>
        <p:nvSpPr>
          <p:cNvPr id="12" name="">
            <a:extLst xmlns:a="http://schemas.openxmlformats.org/drawingml/2006/main">
              <a:ext uri="{FF2B5EF4-FFF2-40B4-BE49-F238E27FC236}">
                <a16:creationId xmlns:a16="http://schemas.microsoft.com/office/drawing/2014/main" id="{1F1F8A26-FFCE-4BCB-91D5-830CE9024FB0}"/>
              </a:ext>
            </a:extLst>
          </p:cNvPr>
          <p:cNvSpPr>
            <a:spLocks xmlns:a="http://schemas.openxmlformats.org/drawingml/2006/main" noGrp="1"/>
          </p:cNvSpPr>
          <p:nvPr/>
        </p:nvSpPr>
        <p:spPr>
          <a:xfrm xmlns:a="http://schemas.openxmlformats.org/drawingml/2006/main">
            <a:off x="8058150" y="4114800"/>
            <a:ext cx="3143250" cy="9525"/>
          </a:xfrm>
          <a:prstGeom xmlns:a="http://schemas.openxmlformats.org/drawingml/2006/main" prst="rect">
            <a:avLst/>
          </a:prstGeom>
          <a:solidFill xmlns:a="http://schemas.openxmlformats.org/drawingml/2006/main">
            <a:srgbClr val="41415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2D9A854-1190-451F-A434-600280BDAF57}"/>
              </a:ext>
            </a:extLst>
          </p:cNvPr>
          <p:cNvSpPr>
            <a:spLocks xmlns:a="http://schemas.openxmlformats.org/drawingml/2006/main" noGrp="1"/>
          </p:cNvSpPr>
          <p:nvPr/>
        </p:nvSpPr>
        <p:spPr>
          <a:xfrm xmlns:a="http://schemas.openxmlformats.org/drawingml/2006/main">
            <a:off x="8058150" y="434340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F5B6D8"/>
                </a:solidFill>
                <a:latin typeface="Arial"/>
                <a:ea typeface="Arial"/>
                <a:cs typeface="Arial"/>
              </a:defRPr>
            </a:defPPr>
            <a:lvl1pPr algn="l">
              <a:defRPr sz="1200" b="1">
                <a:solidFill>
                  <a:srgbClr val="F5B6D8"/>
                </a:solidFill>
                <a:latin typeface="Arial"/>
                <a:ea typeface="Arial"/>
                <a:cs typeface="Arial"/>
              </a:defRPr>
            </a:lvl1pPr>
            <a:lvl2pPr algn="l">
              <a:defRPr sz="1200" b="1">
                <a:solidFill>
                  <a:srgbClr val="F5B6D8"/>
                </a:solidFill>
                <a:latin typeface="Arial"/>
                <a:ea typeface="Arial"/>
                <a:cs typeface="Arial"/>
              </a:defRPr>
            </a:lvl2pPr>
            <a:lvl3pPr algn="l">
              <a:defRPr sz="1200" b="1">
                <a:solidFill>
                  <a:srgbClr val="F5B6D8"/>
                </a:solidFill>
                <a:latin typeface="Arial"/>
                <a:ea typeface="Arial"/>
                <a:cs typeface="Arial"/>
              </a:defRPr>
            </a:lvl3pPr>
            <a:lvl4pPr algn="l">
              <a:defRPr sz="1200" b="1">
                <a:solidFill>
                  <a:srgbClr val="F5B6D8"/>
                </a:solidFill>
                <a:latin typeface="Arial"/>
                <a:ea typeface="Arial"/>
                <a:cs typeface="Arial"/>
              </a:defRPr>
            </a:lvl4pPr>
            <a:lvl5pPr algn="l">
              <a:defRPr sz="1200" b="1">
                <a:solidFill>
                  <a:srgbClr val="F5B6D8"/>
                </a:solidFill>
                <a:latin typeface="Arial"/>
                <a:ea typeface="Arial"/>
                <a:cs typeface="Arial"/>
              </a:defRPr>
            </a:lvl5pPr>
            <a:lvl6pPr algn="l">
              <a:defRPr sz="1200" b="1">
                <a:solidFill>
                  <a:srgbClr val="F5B6D8"/>
                </a:solidFill>
                <a:latin typeface="Arial"/>
                <a:ea typeface="Arial"/>
                <a:cs typeface="Arial"/>
              </a:defRPr>
            </a:lvl6pPr>
            <a:lvl7pPr algn="l">
              <a:defRPr sz="1200" b="1">
                <a:solidFill>
                  <a:srgbClr val="F5B6D8"/>
                </a:solidFill>
                <a:latin typeface="Arial"/>
                <a:ea typeface="Arial"/>
                <a:cs typeface="Arial"/>
              </a:defRPr>
            </a:lvl7pPr>
            <a:lvl8pPr algn="l">
              <a:defRPr sz="1200" b="1">
                <a:solidFill>
                  <a:srgbClr val="F5B6D8"/>
                </a:solidFill>
                <a:latin typeface="Arial"/>
                <a:ea typeface="Arial"/>
                <a:cs typeface="Arial"/>
              </a:defRPr>
            </a:lvl8pPr>
            <a:lvl9pPr algn="l">
              <a:defRPr sz="1200" b="1">
                <a:solidFill>
                  <a:srgbClr val="F5B6D8"/>
                </a:solidFill>
                <a:latin typeface="Arial"/>
                <a:ea typeface="Arial"/>
                <a:cs typeface="Arial"/>
              </a:defRPr>
            </a:lvl9pPr>
          </a:lstStyle>
          <a:p xmlns:a="http://schemas.openxmlformats.org/drawingml/2006/main">
            <a:pPr algn="l">
              <a:defRPr sz="1200" b="1">
                <a:solidFill>
                  <a:srgbClr val="F5B6D8"/>
                </a:solidFill>
                <a:latin typeface="Arial"/>
                <a:ea typeface="Arial"/>
                <a:cs typeface="Arial"/>
              </a:defRPr>
            </a:pPr>
            <a:r>
              <a:rPr sz="1200" b="1">
                <a:solidFill>
                  <a:srgbClr val="F5B6D8"/>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DB5A9652-FDF5-461A-A271-567D3D28B97D}"/>
              </a:ext>
            </a:extLst>
          </p:cNvPr>
          <p:cNvSpPr>
            <a:spLocks xmlns:a="http://schemas.openxmlformats.org/drawingml/2006/main" noGrp="1"/>
          </p:cNvSpPr>
          <p:nvPr/>
        </p:nvSpPr>
        <p:spPr>
          <a:xfrm xmlns:a="http://schemas.openxmlformats.org/drawingml/2006/main">
            <a:off x="8058150" y="4714875"/>
            <a:ext cx="304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F5B6D8"/>
                </a:solidFill>
                <a:latin typeface="Arial"/>
                <a:ea typeface="Arial"/>
                <a:cs typeface="Arial"/>
              </a:defRPr>
            </a:defPPr>
            <a:lvl1pPr algn="l">
              <a:defRPr sz="2550" b="1">
                <a:solidFill>
                  <a:srgbClr val="F5B6D8"/>
                </a:solidFill>
                <a:latin typeface="Arial"/>
                <a:ea typeface="Arial"/>
                <a:cs typeface="Arial"/>
              </a:defRPr>
            </a:lvl1pPr>
            <a:lvl2pPr algn="l">
              <a:defRPr sz="2550" b="1">
                <a:solidFill>
                  <a:srgbClr val="F5B6D8"/>
                </a:solidFill>
                <a:latin typeface="Arial"/>
                <a:ea typeface="Arial"/>
                <a:cs typeface="Arial"/>
              </a:defRPr>
            </a:lvl2pPr>
            <a:lvl3pPr algn="l">
              <a:defRPr sz="2550" b="1">
                <a:solidFill>
                  <a:srgbClr val="F5B6D8"/>
                </a:solidFill>
                <a:latin typeface="Arial"/>
                <a:ea typeface="Arial"/>
                <a:cs typeface="Arial"/>
              </a:defRPr>
            </a:lvl3pPr>
            <a:lvl4pPr algn="l">
              <a:defRPr sz="2550" b="1">
                <a:solidFill>
                  <a:srgbClr val="F5B6D8"/>
                </a:solidFill>
                <a:latin typeface="Arial"/>
                <a:ea typeface="Arial"/>
                <a:cs typeface="Arial"/>
              </a:defRPr>
            </a:lvl4pPr>
            <a:lvl5pPr algn="l">
              <a:defRPr sz="2550" b="1">
                <a:solidFill>
                  <a:srgbClr val="F5B6D8"/>
                </a:solidFill>
                <a:latin typeface="Arial"/>
                <a:ea typeface="Arial"/>
                <a:cs typeface="Arial"/>
              </a:defRPr>
            </a:lvl5pPr>
            <a:lvl6pPr algn="l">
              <a:defRPr sz="2550" b="1">
                <a:solidFill>
                  <a:srgbClr val="F5B6D8"/>
                </a:solidFill>
                <a:latin typeface="Arial"/>
                <a:ea typeface="Arial"/>
                <a:cs typeface="Arial"/>
              </a:defRPr>
            </a:lvl6pPr>
            <a:lvl7pPr algn="l">
              <a:defRPr sz="2550" b="1">
                <a:solidFill>
                  <a:srgbClr val="F5B6D8"/>
                </a:solidFill>
                <a:latin typeface="Arial"/>
                <a:ea typeface="Arial"/>
                <a:cs typeface="Arial"/>
              </a:defRPr>
            </a:lvl7pPr>
            <a:lvl8pPr algn="l">
              <a:defRPr sz="2550" b="1">
                <a:solidFill>
                  <a:srgbClr val="F5B6D8"/>
                </a:solidFill>
                <a:latin typeface="Arial"/>
                <a:ea typeface="Arial"/>
                <a:cs typeface="Arial"/>
              </a:defRPr>
            </a:lvl8pPr>
            <a:lvl9pPr algn="l">
              <a:defRPr sz="2550" b="1">
                <a:solidFill>
                  <a:srgbClr val="F5B6D8"/>
                </a:solidFill>
                <a:latin typeface="Arial"/>
                <a:ea typeface="Arial"/>
                <a:cs typeface="Arial"/>
              </a:defRPr>
            </a:lvl9pPr>
          </a:lstStyle>
          <a:p xmlns:a="http://schemas.openxmlformats.org/drawingml/2006/main">
            <a:pPr algn="l">
              <a:defRPr sz="2550" b="1">
                <a:solidFill>
                  <a:srgbClr val="F5B6D8"/>
                </a:solidFill>
                <a:latin typeface="Arial"/>
                <a:ea typeface="Arial"/>
                <a:cs typeface="Arial"/>
              </a:defRPr>
            </a:pPr>
            <a:r>
              <a:rPr sz="2550" b="1">
                <a:solidFill>
                  <a:srgbClr val="F5B6D8"/>
                </a:solidFill>
                <a:latin typeface="Arial"/>
                <a:ea typeface="Arial"/>
                <a:cs typeface="Arial"/>
              </a:rPr>
              <a:t>WRITE</a:t>
            </a:r>
          </a:p>
        </p:txBody>
      </p:sp>
      <p:sp>
        <p:nvSpPr>
          <p:cNvPr id="15" name="">
            <a:extLst xmlns:a="http://schemas.openxmlformats.org/drawingml/2006/main">
              <a:ext uri="{FF2B5EF4-FFF2-40B4-BE49-F238E27FC236}">
                <a16:creationId xmlns:a16="http://schemas.microsoft.com/office/drawing/2014/main" id="{73E00AA9-9BC1-40B7-8273-8606BAC9F278}"/>
              </a:ext>
            </a:extLst>
          </p:cNvPr>
          <p:cNvSpPr>
            <a:spLocks xmlns:a="http://schemas.openxmlformats.org/drawingml/2006/main" noGrp="1"/>
          </p:cNvSpPr>
          <p:nvPr/>
        </p:nvSpPr>
        <p:spPr>
          <a:xfrm xmlns:a="http://schemas.openxmlformats.org/drawingml/2006/main">
            <a:off x="8058150" y="5257800"/>
            <a:ext cx="3009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D6D5E1"/>
                </a:solidFill>
                <a:latin typeface="Arial"/>
                <a:ea typeface="Arial"/>
                <a:cs typeface="Arial"/>
              </a:defRPr>
            </a:defPPr>
            <a:lvl1pPr algn="l">
              <a:defRPr sz="1350" b="0">
                <a:solidFill>
                  <a:srgbClr val="D6D5E1"/>
                </a:solidFill>
                <a:latin typeface="Arial"/>
                <a:ea typeface="Arial"/>
                <a:cs typeface="Arial"/>
              </a:defRPr>
            </a:lvl1pPr>
            <a:lvl2pPr algn="l">
              <a:defRPr sz="1350" b="0">
                <a:solidFill>
                  <a:srgbClr val="D6D5E1"/>
                </a:solidFill>
                <a:latin typeface="Arial"/>
                <a:ea typeface="Arial"/>
                <a:cs typeface="Arial"/>
              </a:defRPr>
            </a:lvl2pPr>
            <a:lvl3pPr algn="l">
              <a:defRPr sz="1350" b="0">
                <a:solidFill>
                  <a:srgbClr val="D6D5E1"/>
                </a:solidFill>
                <a:latin typeface="Arial"/>
                <a:ea typeface="Arial"/>
                <a:cs typeface="Arial"/>
              </a:defRPr>
            </a:lvl3pPr>
            <a:lvl4pPr algn="l">
              <a:defRPr sz="1350" b="0">
                <a:solidFill>
                  <a:srgbClr val="D6D5E1"/>
                </a:solidFill>
                <a:latin typeface="Arial"/>
                <a:ea typeface="Arial"/>
                <a:cs typeface="Arial"/>
              </a:defRPr>
            </a:lvl4pPr>
            <a:lvl5pPr algn="l">
              <a:defRPr sz="1350" b="0">
                <a:solidFill>
                  <a:srgbClr val="D6D5E1"/>
                </a:solidFill>
                <a:latin typeface="Arial"/>
                <a:ea typeface="Arial"/>
                <a:cs typeface="Arial"/>
              </a:defRPr>
            </a:lvl5pPr>
            <a:lvl6pPr algn="l">
              <a:defRPr sz="1350" b="0">
                <a:solidFill>
                  <a:srgbClr val="D6D5E1"/>
                </a:solidFill>
                <a:latin typeface="Arial"/>
                <a:ea typeface="Arial"/>
                <a:cs typeface="Arial"/>
              </a:defRPr>
            </a:lvl6pPr>
            <a:lvl7pPr algn="l">
              <a:defRPr sz="1350" b="0">
                <a:solidFill>
                  <a:srgbClr val="D6D5E1"/>
                </a:solidFill>
                <a:latin typeface="Arial"/>
                <a:ea typeface="Arial"/>
                <a:cs typeface="Arial"/>
              </a:defRPr>
            </a:lvl7pPr>
            <a:lvl8pPr algn="l">
              <a:defRPr sz="1350" b="0">
                <a:solidFill>
                  <a:srgbClr val="D6D5E1"/>
                </a:solidFill>
                <a:latin typeface="Arial"/>
                <a:ea typeface="Arial"/>
                <a:cs typeface="Arial"/>
              </a:defRPr>
            </a:lvl8pPr>
            <a:lvl9pPr algn="l">
              <a:defRPr sz="1350" b="0">
                <a:solidFill>
                  <a:srgbClr val="D6D5E1"/>
                </a:solidFill>
                <a:latin typeface="Arial"/>
                <a:ea typeface="Arial"/>
                <a:cs typeface="Arial"/>
              </a:defRPr>
            </a:lvl9pPr>
          </a:lstStyle>
          <a:p xmlns:a="http://schemas.openxmlformats.org/drawingml/2006/main">
            <a:pPr algn="l">
              <a:defRPr sz="1350" b="0">
                <a:solidFill>
                  <a:srgbClr val="D6D5E1"/>
                </a:solidFill>
                <a:latin typeface="Arial"/>
                <a:ea typeface="Arial"/>
                <a:cs typeface="Arial"/>
              </a:defRPr>
            </a:pPr>
            <a:r>
              <a:rPr sz="1350" b="0">
                <a:solidFill>
                  <a:srgbClr val="D6D5E1"/>
                </a:solidFill>
                <a:latin typeface="Arial"/>
                <a:ea typeface="Arial"/>
                <a:cs typeface="Arial"/>
              </a:rPr>
              <a:t>A useful answer still needs founder context and editing.</a:t>
            </a:r>
          </a:p>
        </p:txBody>
      </p:sp>
      <p:sp>
        <p:nvSpPr>
          <p:cNvPr id="16" name="">
            <a:extLst xmlns:a="http://schemas.openxmlformats.org/drawingml/2006/main">
              <a:ext uri="{FF2B5EF4-FFF2-40B4-BE49-F238E27FC236}">
                <a16:creationId xmlns:a16="http://schemas.microsoft.com/office/drawing/2014/main" id="{2462910F-7B05-43D3-840C-A5B9A156E458}"/>
              </a:ext>
            </a:extLst>
          </p:cNvPr>
          <p:cNvSpPr>
            <a:spLocks xmlns:a="http://schemas.openxmlformats.org/drawingml/2006/main" noGrp="1"/>
          </p:cNvSpPr>
          <p:nvPr/>
        </p:nvSpPr>
        <p:spPr>
          <a:xfrm xmlns:a="http://schemas.openxmlformats.org/drawingml/2006/main">
            <a:off x="685800" y="64865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B7B7C8"/>
                </a:solidFill>
                <a:latin typeface="Arial"/>
                <a:ea typeface="Arial"/>
                <a:cs typeface="Arial"/>
              </a:defRPr>
            </a:defPPr>
            <a:lvl1pPr algn="l">
              <a:defRPr sz="900" b="1">
                <a:solidFill>
                  <a:srgbClr val="B7B7C8"/>
                </a:solidFill>
                <a:latin typeface="Arial"/>
                <a:ea typeface="Arial"/>
                <a:cs typeface="Arial"/>
              </a:defRPr>
            </a:lvl1pPr>
            <a:lvl2pPr algn="l">
              <a:defRPr sz="900" b="1">
                <a:solidFill>
                  <a:srgbClr val="B7B7C8"/>
                </a:solidFill>
                <a:latin typeface="Arial"/>
                <a:ea typeface="Arial"/>
                <a:cs typeface="Arial"/>
              </a:defRPr>
            </a:lvl2pPr>
            <a:lvl3pPr algn="l">
              <a:defRPr sz="900" b="1">
                <a:solidFill>
                  <a:srgbClr val="B7B7C8"/>
                </a:solidFill>
                <a:latin typeface="Arial"/>
                <a:ea typeface="Arial"/>
                <a:cs typeface="Arial"/>
              </a:defRPr>
            </a:lvl3pPr>
            <a:lvl4pPr algn="l">
              <a:defRPr sz="900" b="1">
                <a:solidFill>
                  <a:srgbClr val="B7B7C8"/>
                </a:solidFill>
                <a:latin typeface="Arial"/>
                <a:ea typeface="Arial"/>
                <a:cs typeface="Arial"/>
              </a:defRPr>
            </a:lvl4pPr>
            <a:lvl5pPr algn="l">
              <a:defRPr sz="900" b="1">
                <a:solidFill>
                  <a:srgbClr val="B7B7C8"/>
                </a:solidFill>
                <a:latin typeface="Arial"/>
                <a:ea typeface="Arial"/>
                <a:cs typeface="Arial"/>
              </a:defRPr>
            </a:lvl5pPr>
            <a:lvl6pPr algn="l">
              <a:defRPr sz="900" b="1">
                <a:solidFill>
                  <a:srgbClr val="B7B7C8"/>
                </a:solidFill>
                <a:latin typeface="Arial"/>
                <a:ea typeface="Arial"/>
                <a:cs typeface="Arial"/>
              </a:defRPr>
            </a:lvl6pPr>
            <a:lvl7pPr algn="l">
              <a:defRPr sz="900" b="1">
                <a:solidFill>
                  <a:srgbClr val="B7B7C8"/>
                </a:solidFill>
                <a:latin typeface="Arial"/>
                <a:ea typeface="Arial"/>
                <a:cs typeface="Arial"/>
              </a:defRPr>
            </a:lvl7pPr>
            <a:lvl8pPr algn="l">
              <a:defRPr sz="900" b="1">
                <a:solidFill>
                  <a:srgbClr val="B7B7C8"/>
                </a:solidFill>
                <a:latin typeface="Arial"/>
                <a:ea typeface="Arial"/>
                <a:cs typeface="Arial"/>
              </a:defRPr>
            </a:lvl8pPr>
            <a:lvl9pPr algn="l">
              <a:defRPr sz="900" b="1">
                <a:solidFill>
                  <a:srgbClr val="B7B7C8"/>
                </a:solidFill>
                <a:latin typeface="Arial"/>
                <a:ea typeface="Arial"/>
                <a:cs typeface="Arial"/>
              </a:defRPr>
            </a:lvl9pPr>
          </a:lstStyle>
          <a:p xmlns:a="http://schemas.openxmlformats.org/drawingml/2006/main">
            <a:pPr algn="l">
              <a:defRPr sz="900" b="1">
                <a:solidFill>
                  <a:srgbClr val="B7B7C8"/>
                </a:solidFill>
                <a:latin typeface="Arial"/>
                <a:ea typeface="Arial"/>
                <a:cs typeface="Arial"/>
              </a:defRPr>
            </a:pPr>
            <a:r>
              <a:rPr sz="900" b="1">
                <a:solidFill>
                  <a:srgbClr val="B7B7C8"/>
                </a:solidFill>
                <a:latin typeface="Arial"/>
                <a:ea typeface="Arial"/>
                <a:cs typeface="Arial"/>
              </a:rPr>
              <a:t>AUTOGRANT  /  AZINHACK 2026</a:t>
            </a:r>
          </a:p>
        </p:txBody>
      </p:sp>
      <p:sp>
        <p:nvSpPr>
          <p:cNvPr id="17" name="">
            <a:extLst xmlns:a="http://schemas.openxmlformats.org/drawingml/2006/main">
              <a:ext uri="{FF2B5EF4-FFF2-40B4-BE49-F238E27FC236}">
                <a16:creationId xmlns:a16="http://schemas.microsoft.com/office/drawing/2014/main" id="{17619EF3-B44D-43EA-8142-1C748951B327}"/>
              </a:ext>
            </a:extLst>
          </p:cNvPr>
          <p:cNvSpPr>
            <a:spLocks xmlns:a="http://schemas.openxmlformats.org/drawingml/2006/main" noGrp="1"/>
          </p:cNvSpPr>
          <p:nvPr/>
        </p:nvSpPr>
        <p:spPr>
          <a:xfrm xmlns:a="http://schemas.openxmlformats.org/drawingml/2006/main">
            <a:off x="10668000" y="6486525"/>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B7B7C8"/>
                </a:solidFill>
                <a:latin typeface="Arial"/>
                <a:ea typeface="Arial"/>
                <a:cs typeface="Arial"/>
              </a:defRPr>
            </a:defPPr>
            <a:lvl1pPr algn="r">
              <a:defRPr sz="900" b="1">
                <a:solidFill>
                  <a:srgbClr val="B7B7C8"/>
                </a:solidFill>
                <a:latin typeface="Arial"/>
                <a:ea typeface="Arial"/>
                <a:cs typeface="Arial"/>
              </a:defRPr>
            </a:lvl1pPr>
            <a:lvl2pPr algn="r">
              <a:defRPr sz="900" b="1">
                <a:solidFill>
                  <a:srgbClr val="B7B7C8"/>
                </a:solidFill>
                <a:latin typeface="Arial"/>
                <a:ea typeface="Arial"/>
                <a:cs typeface="Arial"/>
              </a:defRPr>
            </a:lvl2pPr>
            <a:lvl3pPr algn="r">
              <a:defRPr sz="900" b="1">
                <a:solidFill>
                  <a:srgbClr val="B7B7C8"/>
                </a:solidFill>
                <a:latin typeface="Arial"/>
                <a:ea typeface="Arial"/>
                <a:cs typeface="Arial"/>
              </a:defRPr>
            </a:lvl3pPr>
            <a:lvl4pPr algn="r">
              <a:defRPr sz="900" b="1">
                <a:solidFill>
                  <a:srgbClr val="B7B7C8"/>
                </a:solidFill>
                <a:latin typeface="Arial"/>
                <a:ea typeface="Arial"/>
                <a:cs typeface="Arial"/>
              </a:defRPr>
            </a:lvl4pPr>
            <a:lvl5pPr algn="r">
              <a:defRPr sz="900" b="1">
                <a:solidFill>
                  <a:srgbClr val="B7B7C8"/>
                </a:solidFill>
                <a:latin typeface="Arial"/>
                <a:ea typeface="Arial"/>
                <a:cs typeface="Arial"/>
              </a:defRPr>
            </a:lvl5pPr>
            <a:lvl6pPr algn="r">
              <a:defRPr sz="900" b="1">
                <a:solidFill>
                  <a:srgbClr val="B7B7C8"/>
                </a:solidFill>
                <a:latin typeface="Arial"/>
                <a:ea typeface="Arial"/>
                <a:cs typeface="Arial"/>
              </a:defRPr>
            </a:lvl6pPr>
            <a:lvl7pPr algn="r">
              <a:defRPr sz="900" b="1">
                <a:solidFill>
                  <a:srgbClr val="B7B7C8"/>
                </a:solidFill>
                <a:latin typeface="Arial"/>
                <a:ea typeface="Arial"/>
                <a:cs typeface="Arial"/>
              </a:defRPr>
            </a:lvl7pPr>
            <a:lvl8pPr algn="r">
              <a:defRPr sz="900" b="1">
                <a:solidFill>
                  <a:srgbClr val="B7B7C8"/>
                </a:solidFill>
                <a:latin typeface="Arial"/>
                <a:ea typeface="Arial"/>
                <a:cs typeface="Arial"/>
              </a:defRPr>
            </a:lvl8pPr>
            <a:lvl9pPr algn="r">
              <a:defRPr sz="900" b="1">
                <a:solidFill>
                  <a:srgbClr val="B7B7C8"/>
                </a:solidFill>
                <a:latin typeface="Arial"/>
                <a:ea typeface="Arial"/>
                <a:cs typeface="Arial"/>
              </a:defRPr>
            </a:lvl9pPr>
          </a:lstStyle>
          <a:p xmlns:a="http://schemas.openxmlformats.org/drawingml/2006/main">
            <a:pPr algn="r">
              <a:defRPr sz="900" b="1">
                <a:solidFill>
                  <a:srgbClr val="B7B7C8"/>
                </a:solidFill>
                <a:latin typeface="Arial"/>
                <a:ea typeface="Arial"/>
                <a:cs typeface="Arial"/>
              </a:defRPr>
            </a:pPr>
            <a:r>
              <a:rPr sz="900" b="1">
                <a:solidFill>
                  <a:srgbClr val="B7B7C8"/>
                </a:solidFill>
                <a:latin typeface="Arial"/>
                <a:ea typeface="Arial"/>
                <a:cs typeface="Arial"/>
              </a:rPr>
              <a:t>02 / 08</a:t>
            </a:r>
          </a:p>
        </p:txBody>
      </p:sp>
    </p:spTree>
    <p:extLst>
      <p:ext uri="{BB962C8B-B14F-4D97-AF65-F5344CB8AC3E}">
        <p14:creationId xmlns:p14="http://schemas.microsoft.com/office/powerpoint/2010/main" val="1312004632"/>
      </p:ext>
    </p:extLst>
  </p:cSld>
</p:sld>
</file>

<file path=ppt/slides/slide3.xml><?xml version="1.0" encoding="utf-8"?>
<p:sld xmlns:p="http://schemas.openxmlformats.org/presentationml/2006/main">
  <p:cSld>
    <p:bg>
      <p:bgPr>
        <a:solidFill xmlns:a="http://schemas.openxmlformats.org/drawingml/2006/main">
          <a:srgbClr val="F4F2E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C3C8C6C-B050-4456-A1A6-62C2AB28E0E7}"/>
              </a:ext>
            </a:extLst>
          </p:cNvPr>
          <p:cNvSpPr>
            <a:spLocks xmlns:a="http://schemas.openxmlformats.org/drawingml/2006/main" noGrp="1"/>
          </p:cNvSpPr>
          <p:nvPr/>
        </p:nvSpPr>
        <p:spPr>
          <a:xfrm xmlns:a="http://schemas.openxmlformats.org/drawingml/2006/main">
            <a:off x="685800" y="45720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7657FF"/>
                </a:solidFill>
                <a:latin typeface="Arial"/>
                <a:ea typeface="Arial"/>
                <a:cs typeface="Arial"/>
              </a:defRPr>
            </a:defPPr>
            <a:lvl1pPr algn="l">
              <a:defRPr sz="975" b="1">
                <a:solidFill>
                  <a:srgbClr val="7657FF"/>
                </a:solidFill>
                <a:latin typeface="Arial"/>
                <a:ea typeface="Arial"/>
                <a:cs typeface="Arial"/>
              </a:defRPr>
            </a:lvl1pPr>
            <a:lvl2pPr algn="l">
              <a:defRPr sz="975" b="1">
                <a:solidFill>
                  <a:srgbClr val="7657FF"/>
                </a:solidFill>
                <a:latin typeface="Arial"/>
                <a:ea typeface="Arial"/>
                <a:cs typeface="Arial"/>
              </a:defRPr>
            </a:lvl2pPr>
            <a:lvl3pPr algn="l">
              <a:defRPr sz="975" b="1">
                <a:solidFill>
                  <a:srgbClr val="7657FF"/>
                </a:solidFill>
                <a:latin typeface="Arial"/>
                <a:ea typeface="Arial"/>
                <a:cs typeface="Arial"/>
              </a:defRPr>
            </a:lvl3pPr>
            <a:lvl4pPr algn="l">
              <a:defRPr sz="975" b="1">
                <a:solidFill>
                  <a:srgbClr val="7657FF"/>
                </a:solidFill>
                <a:latin typeface="Arial"/>
                <a:ea typeface="Arial"/>
                <a:cs typeface="Arial"/>
              </a:defRPr>
            </a:lvl4pPr>
            <a:lvl5pPr algn="l">
              <a:defRPr sz="975" b="1">
                <a:solidFill>
                  <a:srgbClr val="7657FF"/>
                </a:solidFill>
                <a:latin typeface="Arial"/>
                <a:ea typeface="Arial"/>
                <a:cs typeface="Arial"/>
              </a:defRPr>
            </a:lvl5pPr>
            <a:lvl6pPr algn="l">
              <a:defRPr sz="975" b="1">
                <a:solidFill>
                  <a:srgbClr val="7657FF"/>
                </a:solidFill>
                <a:latin typeface="Arial"/>
                <a:ea typeface="Arial"/>
                <a:cs typeface="Arial"/>
              </a:defRPr>
            </a:lvl6pPr>
            <a:lvl7pPr algn="l">
              <a:defRPr sz="975" b="1">
                <a:solidFill>
                  <a:srgbClr val="7657FF"/>
                </a:solidFill>
                <a:latin typeface="Arial"/>
                <a:ea typeface="Arial"/>
                <a:cs typeface="Arial"/>
              </a:defRPr>
            </a:lvl7pPr>
            <a:lvl8pPr algn="l">
              <a:defRPr sz="975" b="1">
                <a:solidFill>
                  <a:srgbClr val="7657FF"/>
                </a:solidFill>
                <a:latin typeface="Arial"/>
                <a:ea typeface="Arial"/>
                <a:cs typeface="Arial"/>
              </a:defRPr>
            </a:lvl8pPr>
            <a:lvl9pPr algn="l">
              <a:defRPr sz="975" b="1">
                <a:solidFill>
                  <a:srgbClr val="7657FF"/>
                </a:solidFill>
                <a:latin typeface="Arial"/>
                <a:ea typeface="Arial"/>
                <a:cs typeface="Arial"/>
              </a:defRPr>
            </a:lvl9pPr>
          </a:lstStyle>
          <a:p xmlns:a="http://schemas.openxmlformats.org/drawingml/2006/main">
            <a:pPr algn="l">
              <a:defRPr sz="975" b="1">
                <a:solidFill>
                  <a:srgbClr val="7657FF"/>
                </a:solidFill>
                <a:latin typeface="Arial"/>
                <a:ea typeface="Arial"/>
                <a:cs typeface="Arial"/>
              </a:defRPr>
            </a:pPr>
            <a:r>
              <a:rPr sz="975" b="1">
                <a:solidFill>
                  <a:srgbClr val="7657FF"/>
                </a:solidFill>
                <a:latin typeface="Arial"/>
                <a:ea typeface="Arial"/>
                <a:cs typeface="Arial"/>
              </a:rPr>
              <a:t>THE IDEA</a:t>
            </a:r>
          </a:p>
        </p:txBody>
      </p:sp>
      <p:sp>
        <p:nvSpPr>
          <p:cNvPr id="2" name="">
            <a:extLst xmlns:a="http://schemas.openxmlformats.org/drawingml/2006/main">
              <a:ext uri="{FF2B5EF4-FFF2-40B4-BE49-F238E27FC236}">
                <a16:creationId xmlns:a16="http://schemas.microsoft.com/office/drawing/2014/main" id="{F87F74AF-F713-4535-8B6B-7F449830A1B0}"/>
              </a:ext>
            </a:extLst>
          </p:cNvPr>
          <p:cNvSpPr>
            <a:spLocks xmlns:a="http://schemas.openxmlformats.org/drawingml/2006/main" noGrp="1"/>
          </p:cNvSpPr>
          <p:nvPr/>
        </p:nvSpPr>
        <p:spPr>
          <a:xfrm xmlns:a="http://schemas.openxmlformats.org/drawingml/2006/main">
            <a:off x="685800" y="857250"/>
            <a:ext cx="1076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75" b="1">
                <a:solidFill>
                  <a:srgbClr val="111225"/>
                </a:solidFill>
                <a:latin typeface="Arial"/>
                <a:ea typeface="Arial"/>
                <a:cs typeface="Arial"/>
              </a:defRPr>
            </a:defPPr>
            <a:lvl1pPr algn="l">
              <a:defRPr sz="3375" b="1">
                <a:solidFill>
                  <a:srgbClr val="111225"/>
                </a:solidFill>
                <a:latin typeface="Arial"/>
                <a:ea typeface="Arial"/>
                <a:cs typeface="Arial"/>
              </a:defRPr>
            </a:lvl1pPr>
            <a:lvl2pPr algn="l">
              <a:defRPr sz="3375" b="1">
                <a:solidFill>
                  <a:srgbClr val="111225"/>
                </a:solidFill>
                <a:latin typeface="Arial"/>
                <a:ea typeface="Arial"/>
                <a:cs typeface="Arial"/>
              </a:defRPr>
            </a:lvl2pPr>
            <a:lvl3pPr algn="l">
              <a:defRPr sz="3375" b="1">
                <a:solidFill>
                  <a:srgbClr val="111225"/>
                </a:solidFill>
                <a:latin typeface="Arial"/>
                <a:ea typeface="Arial"/>
                <a:cs typeface="Arial"/>
              </a:defRPr>
            </a:lvl3pPr>
            <a:lvl4pPr algn="l">
              <a:defRPr sz="3375" b="1">
                <a:solidFill>
                  <a:srgbClr val="111225"/>
                </a:solidFill>
                <a:latin typeface="Arial"/>
                <a:ea typeface="Arial"/>
                <a:cs typeface="Arial"/>
              </a:defRPr>
            </a:lvl4pPr>
            <a:lvl5pPr algn="l">
              <a:defRPr sz="3375" b="1">
                <a:solidFill>
                  <a:srgbClr val="111225"/>
                </a:solidFill>
                <a:latin typeface="Arial"/>
                <a:ea typeface="Arial"/>
                <a:cs typeface="Arial"/>
              </a:defRPr>
            </a:lvl5pPr>
            <a:lvl6pPr algn="l">
              <a:defRPr sz="3375" b="1">
                <a:solidFill>
                  <a:srgbClr val="111225"/>
                </a:solidFill>
                <a:latin typeface="Arial"/>
                <a:ea typeface="Arial"/>
                <a:cs typeface="Arial"/>
              </a:defRPr>
            </a:lvl6pPr>
            <a:lvl7pPr algn="l">
              <a:defRPr sz="3375" b="1">
                <a:solidFill>
                  <a:srgbClr val="111225"/>
                </a:solidFill>
                <a:latin typeface="Arial"/>
                <a:ea typeface="Arial"/>
                <a:cs typeface="Arial"/>
              </a:defRPr>
            </a:lvl7pPr>
            <a:lvl8pPr algn="l">
              <a:defRPr sz="3375" b="1">
                <a:solidFill>
                  <a:srgbClr val="111225"/>
                </a:solidFill>
                <a:latin typeface="Arial"/>
                <a:ea typeface="Arial"/>
                <a:cs typeface="Arial"/>
              </a:defRPr>
            </a:lvl8pPr>
            <a:lvl9pPr algn="l">
              <a:defRPr sz="3375" b="1">
                <a:solidFill>
                  <a:srgbClr val="111225"/>
                </a:solidFill>
                <a:latin typeface="Arial"/>
                <a:ea typeface="Arial"/>
                <a:cs typeface="Arial"/>
              </a:defRPr>
            </a:lvl9pPr>
          </a:lstStyle>
          <a:p xmlns:a="http://schemas.openxmlformats.org/drawingml/2006/main">
            <a:pPr algn="l">
              <a:defRPr sz="3375" b="1">
                <a:solidFill>
                  <a:srgbClr val="111225"/>
                </a:solidFill>
                <a:latin typeface="Arial"/>
                <a:ea typeface="Arial"/>
                <a:cs typeface="Arial"/>
              </a:defRPr>
            </a:pPr>
            <a:r>
              <a:rPr sz="3375" b="1">
                <a:solidFill>
                  <a:srgbClr val="111225"/>
                </a:solidFill>
                <a:latin typeface="Arial"/>
                <a:ea typeface="Arial"/>
                <a:cs typeface="Arial"/>
              </a:rPr>
              <a:t>One profile. A clearer next step.</a:t>
            </a:r>
          </a:p>
        </p:txBody>
      </p:sp>
      <p:sp>
        <p:nvSpPr>
          <p:cNvPr id="3" name="">
            <a:extLst xmlns:a="http://schemas.openxmlformats.org/drawingml/2006/main">
              <a:ext uri="{FF2B5EF4-FFF2-40B4-BE49-F238E27FC236}">
                <a16:creationId xmlns:a16="http://schemas.microsoft.com/office/drawing/2014/main" id="{A1E8CFC6-8EB5-4051-BA51-C3265E3948C8}"/>
              </a:ext>
            </a:extLst>
          </p:cNvPr>
          <p:cNvSpPr>
            <a:spLocks xmlns:a="http://schemas.openxmlformats.org/drawingml/2006/main" noGrp="1"/>
          </p:cNvSpPr>
          <p:nvPr/>
        </p:nvSpPr>
        <p:spPr>
          <a:xfrm xmlns:a="http://schemas.openxmlformats.org/drawingml/2006/main">
            <a:off x="723900" y="1562100"/>
            <a:ext cx="1000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68697C"/>
                </a:solidFill>
                <a:latin typeface="Arial"/>
                <a:ea typeface="Arial"/>
                <a:cs typeface="Arial"/>
              </a:defRPr>
            </a:defPPr>
            <a:lvl1pPr algn="l">
              <a:defRPr sz="1575" b="0">
                <a:solidFill>
                  <a:srgbClr val="68697C"/>
                </a:solidFill>
                <a:latin typeface="Arial"/>
                <a:ea typeface="Arial"/>
                <a:cs typeface="Arial"/>
              </a:defRPr>
            </a:lvl1pPr>
            <a:lvl2pPr algn="l">
              <a:defRPr sz="1575" b="0">
                <a:solidFill>
                  <a:srgbClr val="68697C"/>
                </a:solidFill>
                <a:latin typeface="Arial"/>
                <a:ea typeface="Arial"/>
                <a:cs typeface="Arial"/>
              </a:defRPr>
            </a:lvl2pPr>
            <a:lvl3pPr algn="l">
              <a:defRPr sz="1575" b="0">
                <a:solidFill>
                  <a:srgbClr val="68697C"/>
                </a:solidFill>
                <a:latin typeface="Arial"/>
                <a:ea typeface="Arial"/>
                <a:cs typeface="Arial"/>
              </a:defRPr>
            </a:lvl3pPr>
            <a:lvl4pPr algn="l">
              <a:defRPr sz="1575" b="0">
                <a:solidFill>
                  <a:srgbClr val="68697C"/>
                </a:solidFill>
                <a:latin typeface="Arial"/>
                <a:ea typeface="Arial"/>
                <a:cs typeface="Arial"/>
              </a:defRPr>
            </a:lvl4pPr>
            <a:lvl5pPr algn="l">
              <a:defRPr sz="1575" b="0">
                <a:solidFill>
                  <a:srgbClr val="68697C"/>
                </a:solidFill>
                <a:latin typeface="Arial"/>
                <a:ea typeface="Arial"/>
                <a:cs typeface="Arial"/>
              </a:defRPr>
            </a:lvl5pPr>
            <a:lvl6pPr algn="l">
              <a:defRPr sz="1575" b="0">
                <a:solidFill>
                  <a:srgbClr val="68697C"/>
                </a:solidFill>
                <a:latin typeface="Arial"/>
                <a:ea typeface="Arial"/>
                <a:cs typeface="Arial"/>
              </a:defRPr>
            </a:lvl6pPr>
            <a:lvl7pPr algn="l">
              <a:defRPr sz="1575" b="0">
                <a:solidFill>
                  <a:srgbClr val="68697C"/>
                </a:solidFill>
                <a:latin typeface="Arial"/>
                <a:ea typeface="Arial"/>
                <a:cs typeface="Arial"/>
              </a:defRPr>
            </a:lvl7pPr>
            <a:lvl8pPr algn="l">
              <a:defRPr sz="1575" b="0">
                <a:solidFill>
                  <a:srgbClr val="68697C"/>
                </a:solidFill>
                <a:latin typeface="Arial"/>
                <a:ea typeface="Arial"/>
                <a:cs typeface="Arial"/>
              </a:defRPr>
            </a:lvl8pPr>
            <a:lvl9pPr algn="l">
              <a:defRPr sz="1575" b="0">
                <a:solidFill>
                  <a:srgbClr val="68697C"/>
                </a:solidFill>
                <a:latin typeface="Arial"/>
                <a:ea typeface="Arial"/>
                <a:cs typeface="Arial"/>
              </a:defRPr>
            </a:lvl9pPr>
          </a:lstStyle>
          <a:p xmlns:a="http://schemas.openxmlformats.org/drawingml/2006/main">
            <a:pPr algn="l">
              <a:defRPr sz="1575" b="0">
                <a:solidFill>
                  <a:srgbClr val="68697C"/>
                </a:solidFill>
                <a:latin typeface="Arial"/>
                <a:ea typeface="Arial"/>
                <a:cs typeface="Arial"/>
              </a:defRPr>
            </a:pPr>
            <a:r>
              <a:rPr sz="1575" b="0">
                <a:solidFill>
                  <a:srgbClr val="68697C"/>
                </a:solidFill>
                <a:latin typeface="Arial"/>
                <a:ea typeface="Arial"/>
                <a:cs typeface="Arial"/>
              </a:rPr>
              <a:t>AutoGrant connects a founder’s context to opportunities worth reviewing.</a:t>
            </a:r>
          </a:p>
        </p:txBody>
      </p:sp>
      <p:sp>
        <p:nvSpPr>
          <p:cNvPr id="4" name="">
            <a:extLst xmlns:a="http://schemas.openxmlformats.org/drawingml/2006/main">
              <a:ext uri="{FF2B5EF4-FFF2-40B4-BE49-F238E27FC236}">
                <a16:creationId xmlns:a16="http://schemas.microsoft.com/office/drawing/2014/main" id="{BCABB36D-4755-4951-A31A-5C2DEB60A775}"/>
              </a:ext>
            </a:extLst>
          </p:cNvPr>
          <p:cNvSpPr>
            <a:spLocks xmlns:a="http://schemas.openxmlformats.org/drawingml/2006/main" noGrp="1"/>
          </p:cNvSpPr>
          <p:nvPr/>
        </p:nvSpPr>
        <p:spPr>
          <a:xfrm xmlns:a="http://schemas.openxmlformats.org/drawingml/2006/main">
            <a:off x="819150" y="2686050"/>
            <a:ext cx="2857500" cy="1428750"/>
          </a:xfrm>
          <a:prstGeom xmlns:a="http://schemas.openxmlformats.org/drawingml/2006/main" prst="roundRect">
            <a:avLst>
              <a:gd name="adj" fmla="val 13333"/>
            </a:avLst>
          </a:prstGeom>
          <a:solidFill xmlns:a="http://schemas.openxmlformats.org/drawingml/2006/main">
            <a:srgbClr val="7657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AF5F45E-44AE-4160-BB43-61045174E52F}"/>
              </a:ext>
            </a:extLst>
          </p:cNvPr>
          <p:cNvSpPr>
            <a:spLocks xmlns:a="http://schemas.openxmlformats.org/drawingml/2006/main" noGrp="1"/>
          </p:cNvSpPr>
          <p:nvPr/>
        </p:nvSpPr>
        <p:spPr>
          <a:xfrm xmlns:a="http://schemas.openxmlformats.org/drawingml/2006/main">
            <a:off x="1028700" y="2933700"/>
            <a:ext cx="2438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FFFFFF"/>
                </a:solidFill>
                <a:latin typeface="Arial"/>
                <a:ea typeface="Arial"/>
                <a:cs typeface="Arial"/>
              </a:defRPr>
            </a:defPPr>
            <a:lvl1pPr algn="l">
              <a:defRPr sz="1875" b="1">
                <a:solidFill>
                  <a:srgbClr val="FFFFFF"/>
                </a:solidFill>
                <a:latin typeface="Arial"/>
                <a:ea typeface="Arial"/>
                <a:cs typeface="Arial"/>
              </a:defRPr>
            </a:lvl1pPr>
            <a:lvl2pPr algn="l">
              <a:defRPr sz="1875" b="1">
                <a:solidFill>
                  <a:srgbClr val="FFFFFF"/>
                </a:solidFill>
                <a:latin typeface="Arial"/>
                <a:ea typeface="Arial"/>
                <a:cs typeface="Arial"/>
              </a:defRPr>
            </a:lvl2pPr>
            <a:lvl3pPr algn="l">
              <a:defRPr sz="1875" b="1">
                <a:solidFill>
                  <a:srgbClr val="FFFFFF"/>
                </a:solidFill>
                <a:latin typeface="Arial"/>
                <a:ea typeface="Arial"/>
                <a:cs typeface="Arial"/>
              </a:defRPr>
            </a:lvl3pPr>
            <a:lvl4pPr algn="l">
              <a:defRPr sz="1875" b="1">
                <a:solidFill>
                  <a:srgbClr val="FFFFFF"/>
                </a:solidFill>
                <a:latin typeface="Arial"/>
                <a:ea typeface="Arial"/>
                <a:cs typeface="Arial"/>
              </a:defRPr>
            </a:lvl4pPr>
            <a:lvl5pPr algn="l">
              <a:defRPr sz="1875" b="1">
                <a:solidFill>
                  <a:srgbClr val="FFFFFF"/>
                </a:solidFill>
                <a:latin typeface="Arial"/>
                <a:ea typeface="Arial"/>
                <a:cs typeface="Arial"/>
              </a:defRPr>
            </a:lvl5pPr>
            <a:lvl6pPr algn="l">
              <a:defRPr sz="1875" b="1">
                <a:solidFill>
                  <a:srgbClr val="FFFFFF"/>
                </a:solidFill>
                <a:latin typeface="Arial"/>
                <a:ea typeface="Arial"/>
                <a:cs typeface="Arial"/>
              </a:defRPr>
            </a:lvl6pPr>
            <a:lvl7pPr algn="l">
              <a:defRPr sz="1875" b="1">
                <a:solidFill>
                  <a:srgbClr val="FFFFFF"/>
                </a:solidFill>
                <a:latin typeface="Arial"/>
                <a:ea typeface="Arial"/>
                <a:cs typeface="Arial"/>
              </a:defRPr>
            </a:lvl7pPr>
            <a:lvl8pPr algn="l">
              <a:defRPr sz="1875" b="1">
                <a:solidFill>
                  <a:srgbClr val="FFFFFF"/>
                </a:solidFill>
                <a:latin typeface="Arial"/>
                <a:ea typeface="Arial"/>
                <a:cs typeface="Arial"/>
              </a:defRPr>
            </a:lvl8pPr>
            <a:lvl9pPr algn="l">
              <a:defRPr sz="1875" b="1">
                <a:solidFill>
                  <a:srgbClr val="FFFFFF"/>
                </a:solidFill>
                <a:latin typeface="Arial"/>
                <a:ea typeface="Arial"/>
                <a:cs typeface="Arial"/>
              </a:defRPr>
            </a:lvl9pPr>
          </a:lstStyle>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FOUNDER</a:t>
            </a:r>
          </a:p>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PROFILE</a:t>
            </a:r>
          </a:p>
        </p:txBody>
      </p:sp>
      <p:sp>
        <p:nvSpPr>
          <p:cNvPr id="6" name="">
            <a:extLst xmlns:a="http://schemas.openxmlformats.org/drawingml/2006/main">
              <a:ext uri="{FF2B5EF4-FFF2-40B4-BE49-F238E27FC236}">
                <a16:creationId xmlns:a16="http://schemas.microsoft.com/office/drawing/2014/main" id="{94030D2B-15E8-4B75-BFE2-346AB1EF1D40}"/>
              </a:ext>
            </a:extLst>
          </p:cNvPr>
          <p:cNvSpPr>
            <a:spLocks xmlns:a="http://schemas.openxmlformats.org/drawingml/2006/main" noGrp="1"/>
          </p:cNvSpPr>
          <p:nvPr/>
        </p:nvSpPr>
        <p:spPr>
          <a:xfrm xmlns:a="http://schemas.openxmlformats.org/drawingml/2006/main">
            <a:off x="1028700" y="37623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FFFFFF"/>
                </a:solidFill>
                <a:latin typeface="Arial"/>
                <a:ea typeface="Arial"/>
                <a:cs typeface="Arial"/>
              </a:defRPr>
            </a:defPPr>
            <a:lvl1pPr algn="l">
              <a:defRPr sz="1125" b="0">
                <a:solidFill>
                  <a:srgbClr val="FFFFFF"/>
                </a:solidFill>
                <a:latin typeface="Arial"/>
                <a:ea typeface="Arial"/>
                <a:cs typeface="Arial"/>
              </a:defRPr>
            </a:lvl1pPr>
            <a:lvl2pPr algn="l">
              <a:defRPr sz="1125" b="0">
                <a:solidFill>
                  <a:srgbClr val="FFFFFF"/>
                </a:solidFill>
                <a:latin typeface="Arial"/>
                <a:ea typeface="Arial"/>
                <a:cs typeface="Arial"/>
              </a:defRPr>
            </a:lvl2pPr>
            <a:lvl3pPr algn="l">
              <a:defRPr sz="1125" b="0">
                <a:solidFill>
                  <a:srgbClr val="FFFFFF"/>
                </a:solidFill>
                <a:latin typeface="Arial"/>
                <a:ea typeface="Arial"/>
                <a:cs typeface="Arial"/>
              </a:defRPr>
            </a:lvl3pPr>
            <a:lvl4pPr algn="l">
              <a:defRPr sz="1125" b="0">
                <a:solidFill>
                  <a:srgbClr val="FFFFFF"/>
                </a:solidFill>
                <a:latin typeface="Arial"/>
                <a:ea typeface="Arial"/>
                <a:cs typeface="Arial"/>
              </a:defRPr>
            </a:lvl4pPr>
            <a:lvl5pPr algn="l">
              <a:defRPr sz="1125" b="0">
                <a:solidFill>
                  <a:srgbClr val="FFFFFF"/>
                </a:solidFill>
                <a:latin typeface="Arial"/>
                <a:ea typeface="Arial"/>
                <a:cs typeface="Arial"/>
              </a:defRPr>
            </a:lvl5pPr>
            <a:lvl6pPr algn="l">
              <a:defRPr sz="1125" b="0">
                <a:solidFill>
                  <a:srgbClr val="FFFFFF"/>
                </a:solidFill>
                <a:latin typeface="Arial"/>
                <a:ea typeface="Arial"/>
                <a:cs typeface="Arial"/>
              </a:defRPr>
            </a:lvl6pPr>
            <a:lvl7pPr algn="l">
              <a:defRPr sz="1125" b="0">
                <a:solidFill>
                  <a:srgbClr val="FFFFFF"/>
                </a:solidFill>
                <a:latin typeface="Arial"/>
                <a:ea typeface="Arial"/>
                <a:cs typeface="Arial"/>
              </a:defRPr>
            </a:lvl7pPr>
            <a:lvl8pPr algn="l">
              <a:defRPr sz="1125" b="0">
                <a:solidFill>
                  <a:srgbClr val="FFFFFF"/>
                </a:solidFill>
                <a:latin typeface="Arial"/>
                <a:ea typeface="Arial"/>
                <a:cs typeface="Arial"/>
              </a:defRPr>
            </a:lvl8pPr>
            <a:lvl9pPr algn="l">
              <a:defRPr sz="1125" b="0">
                <a:solidFill>
                  <a:srgbClr val="FFFFFF"/>
                </a:solidFill>
                <a:latin typeface="Arial"/>
                <a:ea typeface="Arial"/>
                <a:cs typeface="Arial"/>
              </a:defRPr>
            </a:lvl9pPr>
          </a:lstStyle>
          <a:p xmlns:a="http://schemas.openxmlformats.org/drawingml/2006/main">
            <a:pPr algn="l">
              <a:defRPr sz="1125" b="0">
                <a:solidFill>
                  <a:srgbClr val="FFFFFF"/>
                </a:solidFill>
                <a:latin typeface="Arial"/>
                <a:ea typeface="Arial"/>
                <a:cs typeface="Arial"/>
              </a:defRPr>
            </a:pPr>
            <a:r>
              <a:rPr sz="1125" b="0">
                <a:solidFill>
                  <a:srgbClr val="FFFFFF"/>
                </a:solidFill>
                <a:latin typeface="Arial"/>
                <a:ea typeface="Arial"/>
                <a:cs typeface="Arial"/>
              </a:rPr>
              <a:t>Sector · stage · location</a:t>
            </a:r>
          </a:p>
        </p:txBody>
      </p:sp>
      <p:sp>
        <p:nvSpPr>
          <p:cNvPr id="7" name="">
            <a:extLst xmlns:a="http://schemas.openxmlformats.org/drawingml/2006/main">
              <a:ext uri="{FF2B5EF4-FFF2-40B4-BE49-F238E27FC236}">
                <a16:creationId xmlns:a16="http://schemas.microsoft.com/office/drawing/2014/main" id="{7408C7A6-7F6E-4662-822A-970663A5A0D9}"/>
              </a:ext>
            </a:extLst>
          </p:cNvPr>
          <p:cNvSpPr>
            <a:spLocks xmlns:a="http://schemas.openxmlformats.org/drawingml/2006/main" noGrp="1"/>
          </p:cNvSpPr>
          <p:nvPr/>
        </p:nvSpPr>
        <p:spPr>
          <a:xfrm xmlns:a="http://schemas.openxmlformats.org/drawingml/2006/main">
            <a:off x="3924300" y="3295650"/>
            <a:ext cx="400050" cy="228600"/>
          </a:xfrm>
          <a:prstGeom xmlns:a="http://schemas.openxmlformats.org/drawingml/2006/main" prst="rightArrow">
            <a:avLst/>
          </a:prstGeom>
          <a:solidFill xmlns:a="http://schemas.openxmlformats.org/drawingml/2006/main">
            <a:srgbClr val="7657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73C194F-6327-416D-B294-A0B381B8E1AC}"/>
              </a:ext>
            </a:extLst>
          </p:cNvPr>
          <p:cNvSpPr>
            <a:spLocks xmlns:a="http://schemas.openxmlformats.org/drawingml/2006/main" noGrp="1"/>
          </p:cNvSpPr>
          <p:nvPr/>
        </p:nvSpPr>
        <p:spPr>
          <a:xfrm xmlns:a="http://schemas.openxmlformats.org/drawingml/2006/main">
            <a:off x="4514850" y="2686050"/>
            <a:ext cx="2857500" cy="1428750"/>
          </a:xfrm>
          <a:prstGeom xmlns:a="http://schemas.openxmlformats.org/drawingml/2006/main" prst="roundRect">
            <a:avLst>
              <a:gd name="adj" fmla="val 13333"/>
            </a:avLst>
          </a:prstGeom>
          <a:solidFill xmlns:a="http://schemas.openxmlformats.org/drawingml/2006/main">
            <a:srgbClr val="11122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994B3CF-53AD-4C55-A168-2AEDED3DEB06}"/>
              </a:ext>
            </a:extLst>
          </p:cNvPr>
          <p:cNvSpPr>
            <a:spLocks xmlns:a="http://schemas.openxmlformats.org/drawingml/2006/main" noGrp="1"/>
          </p:cNvSpPr>
          <p:nvPr/>
        </p:nvSpPr>
        <p:spPr>
          <a:xfrm xmlns:a="http://schemas.openxmlformats.org/drawingml/2006/main">
            <a:off x="4724400" y="2933700"/>
            <a:ext cx="2438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7250"/>
          </a:bodyPr>
          <a:lstStyle xmlns:a="http://schemas.openxmlformats.org/drawingml/2006/main">
            <a:defPPr algn="l">
              <a:defRPr sz="1875" b="1">
                <a:solidFill>
                  <a:srgbClr val="FFFFFF"/>
                </a:solidFill>
                <a:latin typeface="Arial"/>
                <a:ea typeface="Arial"/>
                <a:cs typeface="Arial"/>
              </a:defRPr>
            </a:defPPr>
            <a:lvl1pPr algn="l">
              <a:defRPr sz="1875" b="1">
                <a:solidFill>
                  <a:srgbClr val="FFFFFF"/>
                </a:solidFill>
                <a:latin typeface="Arial"/>
                <a:ea typeface="Arial"/>
                <a:cs typeface="Arial"/>
              </a:defRPr>
            </a:lvl1pPr>
            <a:lvl2pPr algn="l">
              <a:defRPr sz="1875" b="1">
                <a:solidFill>
                  <a:srgbClr val="FFFFFF"/>
                </a:solidFill>
                <a:latin typeface="Arial"/>
                <a:ea typeface="Arial"/>
                <a:cs typeface="Arial"/>
              </a:defRPr>
            </a:lvl2pPr>
            <a:lvl3pPr algn="l">
              <a:defRPr sz="1875" b="1">
                <a:solidFill>
                  <a:srgbClr val="FFFFFF"/>
                </a:solidFill>
                <a:latin typeface="Arial"/>
                <a:ea typeface="Arial"/>
                <a:cs typeface="Arial"/>
              </a:defRPr>
            </a:lvl3pPr>
            <a:lvl4pPr algn="l">
              <a:defRPr sz="1875" b="1">
                <a:solidFill>
                  <a:srgbClr val="FFFFFF"/>
                </a:solidFill>
                <a:latin typeface="Arial"/>
                <a:ea typeface="Arial"/>
                <a:cs typeface="Arial"/>
              </a:defRPr>
            </a:lvl4pPr>
            <a:lvl5pPr algn="l">
              <a:defRPr sz="1875" b="1">
                <a:solidFill>
                  <a:srgbClr val="FFFFFF"/>
                </a:solidFill>
                <a:latin typeface="Arial"/>
                <a:ea typeface="Arial"/>
                <a:cs typeface="Arial"/>
              </a:defRPr>
            </a:lvl5pPr>
            <a:lvl6pPr algn="l">
              <a:defRPr sz="1875" b="1">
                <a:solidFill>
                  <a:srgbClr val="FFFFFF"/>
                </a:solidFill>
                <a:latin typeface="Arial"/>
                <a:ea typeface="Arial"/>
                <a:cs typeface="Arial"/>
              </a:defRPr>
            </a:lvl6pPr>
            <a:lvl7pPr algn="l">
              <a:defRPr sz="1875" b="1">
                <a:solidFill>
                  <a:srgbClr val="FFFFFF"/>
                </a:solidFill>
                <a:latin typeface="Arial"/>
                <a:ea typeface="Arial"/>
                <a:cs typeface="Arial"/>
              </a:defRPr>
            </a:lvl7pPr>
            <a:lvl8pPr algn="l">
              <a:defRPr sz="1875" b="1">
                <a:solidFill>
                  <a:srgbClr val="FFFFFF"/>
                </a:solidFill>
                <a:latin typeface="Arial"/>
                <a:ea typeface="Arial"/>
                <a:cs typeface="Arial"/>
              </a:defRPr>
            </a:lvl8pPr>
            <a:lvl9pPr algn="l">
              <a:defRPr sz="1875" b="1">
                <a:solidFill>
                  <a:srgbClr val="FFFFFF"/>
                </a:solidFill>
                <a:latin typeface="Arial"/>
                <a:ea typeface="Arial"/>
                <a:cs typeface="Arial"/>
              </a:defRPr>
            </a:lvl9pPr>
          </a:lstStyle>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GLOBAL</a:t>
            </a:r>
          </a:p>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OPPORTUNITY SEARCH</a:t>
            </a:r>
          </a:p>
        </p:txBody>
      </p:sp>
      <p:sp>
        <p:nvSpPr>
          <p:cNvPr id="10" name="">
            <a:extLst xmlns:a="http://schemas.openxmlformats.org/drawingml/2006/main">
              <a:ext uri="{FF2B5EF4-FFF2-40B4-BE49-F238E27FC236}">
                <a16:creationId xmlns:a16="http://schemas.microsoft.com/office/drawing/2014/main" id="{F8B6E811-4832-451B-9BC3-DE47384D8827}"/>
              </a:ext>
            </a:extLst>
          </p:cNvPr>
          <p:cNvSpPr>
            <a:spLocks xmlns:a="http://schemas.openxmlformats.org/drawingml/2006/main" noGrp="1"/>
          </p:cNvSpPr>
          <p:nvPr/>
        </p:nvSpPr>
        <p:spPr>
          <a:xfrm xmlns:a="http://schemas.openxmlformats.org/drawingml/2006/main">
            <a:off x="4724400" y="37623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FFFFFF"/>
                </a:solidFill>
                <a:latin typeface="Arial"/>
                <a:ea typeface="Arial"/>
                <a:cs typeface="Arial"/>
              </a:defRPr>
            </a:defPPr>
            <a:lvl1pPr algn="l">
              <a:defRPr sz="1125" b="0">
                <a:solidFill>
                  <a:srgbClr val="FFFFFF"/>
                </a:solidFill>
                <a:latin typeface="Arial"/>
                <a:ea typeface="Arial"/>
                <a:cs typeface="Arial"/>
              </a:defRPr>
            </a:lvl1pPr>
            <a:lvl2pPr algn="l">
              <a:defRPr sz="1125" b="0">
                <a:solidFill>
                  <a:srgbClr val="FFFFFF"/>
                </a:solidFill>
                <a:latin typeface="Arial"/>
                <a:ea typeface="Arial"/>
                <a:cs typeface="Arial"/>
              </a:defRPr>
            </a:lvl2pPr>
            <a:lvl3pPr algn="l">
              <a:defRPr sz="1125" b="0">
                <a:solidFill>
                  <a:srgbClr val="FFFFFF"/>
                </a:solidFill>
                <a:latin typeface="Arial"/>
                <a:ea typeface="Arial"/>
                <a:cs typeface="Arial"/>
              </a:defRPr>
            </a:lvl3pPr>
            <a:lvl4pPr algn="l">
              <a:defRPr sz="1125" b="0">
                <a:solidFill>
                  <a:srgbClr val="FFFFFF"/>
                </a:solidFill>
                <a:latin typeface="Arial"/>
                <a:ea typeface="Arial"/>
                <a:cs typeface="Arial"/>
              </a:defRPr>
            </a:lvl4pPr>
            <a:lvl5pPr algn="l">
              <a:defRPr sz="1125" b="0">
                <a:solidFill>
                  <a:srgbClr val="FFFFFF"/>
                </a:solidFill>
                <a:latin typeface="Arial"/>
                <a:ea typeface="Arial"/>
                <a:cs typeface="Arial"/>
              </a:defRPr>
            </a:lvl5pPr>
            <a:lvl6pPr algn="l">
              <a:defRPr sz="1125" b="0">
                <a:solidFill>
                  <a:srgbClr val="FFFFFF"/>
                </a:solidFill>
                <a:latin typeface="Arial"/>
                <a:ea typeface="Arial"/>
                <a:cs typeface="Arial"/>
              </a:defRPr>
            </a:lvl6pPr>
            <a:lvl7pPr algn="l">
              <a:defRPr sz="1125" b="0">
                <a:solidFill>
                  <a:srgbClr val="FFFFFF"/>
                </a:solidFill>
                <a:latin typeface="Arial"/>
                <a:ea typeface="Arial"/>
                <a:cs typeface="Arial"/>
              </a:defRPr>
            </a:lvl7pPr>
            <a:lvl8pPr algn="l">
              <a:defRPr sz="1125" b="0">
                <a:solidFill>
                  <a:srgbClr val="FFFFFF"/>
                </a:solidFill>
                <a:latin typeface="Arial"/>
                <a:ea typeface="Arial"/>
                <a:cs typeface="Arial"/>
              </a:defRPr>
            </a:lvl8pPr>
            <a:lvl9pPr algn="l">
              <a:defRPr sz="1125" b="0">
                <a:solidFill>
                  <a:srgbClr val="FFFFFF"/>
                </a:solidFill>
                <a:latin typeface="Arial"/>
                <a:ea typeface="Arial"/>
                <a:cs typeface="Arial"/>
              </a:defRPr>
            </a:lvl9pPr>
          </a:lstStyle>
          <a:p xmlns:a="http://schemas.openxmlformats.org/drawingml/2006/main">
            <a:pPr algn="l">
              <a:defRPr sz="1125" b="0">
                <a:solidFill>
                  <a:srgbClr val="FFFFFF"/>
                </a:solidFill>
                <a:latin typeface="Arial"/>
                <a:ea typeface="Arial"/>
                <a:cs typeface="Arial"/>
              </a:defRPr>
            </a:pPr>
            <a:r>
              <a:rPr sz="1125" b="0">
                <a:solidFill>
                  <a:srgbClr val="FFFFFF"/>
                </a:solidFill>
                <a:latin typeface="Arial"/>
                <a:ea typeface="Arial"/>
                <a:cs typeface="Arial"/>
              </a:rPr>
              <a:t>Programs · sources · criteria</a:t>
            </a:r>
          </a:p>
        </p:txBody>
      </p:sp>
      <p:sp>
        <p:nvSpPr>
          <p:cNvPr id="11" name="">
            <a:extLst xmlns:a="http://schemas.openxmlformats.org/drawingml/2006/main">
              <a:ext uri="{FF2B5EF4-FFF2-40B4-BE49-F238E27FC236}">
                <a16:creationId xmlns:a16="http://schemas.microsoft.com/office/drawing/2014/main" id="{05DDA160-EE14-41DD-A060-5CB5D13E0DC3}"/>
              </a:ext>
            </a:extLst>
          </p:cNvPr>
          <p:cNvSpPr>
            <a:spLocks xmlns:a="http://schemas.openxmlformats.org/drawingml/2006/main" noGrp="1"/>
          </p:cNvSpPr>
          <p:nvPr/>
        </p:nvSpPr>
        <p:spPr>
          <a:xfrm xmlns:a="http://schemas.openxmlformats.org/drawingml/2006/main">
            <a:off x="7620000" y="3295650"/>
            <a:ext cx="400050" cy="228600"/>
          </a:xfrm>
          <a:prstGeom xmlns:a="http://schemas.openxmlformats.org/drawingml/2006/main" prst="rightArrow">
            <a:avLst/>
          </a:prstGeom>
          <a:solidFill xmlns:a="http://schemas.openxmlformats.org/drawingml/2006/main">
            <a:srgbClr val="7657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4C9CDE1-DF6C-4BF1-B0AF-A3D1DDE53EBD}"/>
              </a:ext>
            </a:extLst>
          </p:cNvPr>
          <p:cNvSpPr>
            <a:spLocks xmlns:a="http://schemas.openxmlformats.org/drawingml/2006/main" noGrp="1"/>
          </p:cNvSpPr>
          <p:nvPr/>
        </p:nvSpPr>
        <p:spPr>
          <a:xfrm xmlns:a="http://schemas.openxmlformats.org/drawingml/2006/main">
            <a:off x="8210550" y="2686050"/>
            <a:ext cx="2857500" cy="1428750"/>
          </a:xfrm>
          <a:prstGeom xmlns:a="http://schemas.openxmlformats.org/drawingml/2006/main" prst="roundRect">
            <a:avLst>
              <a:gd name="adj" fmla="val 13333"/>
            </a:avLst>
          </a:prstGeom>
          <a:solidFill xmlns:a="http://schemas.openxmlformats.org/drawingml/2006/main">
            <a:srgbClr val="D6FF4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0876908-765C-457E-BDBF-06431D4543B1}"/>
              </a:ext>
            </a:extLst>
          </p:cNvPr>
          <p:cNvSpPr>
            <a:spLocks xmlns:a="http://schemas.openxmlformats.org/drawingml/2006/main" noGrp="1"/>
          </p:cNvSpPr>
          <p:nvPr/>
        </p:nvSpPr>
        <p:spPr>
          <a:xfrm xmlns:a="http://schemas.openxmlformats.org/drawingml/2006/main">
            <a:off x="8420100" y="2933700"/>
            <a:ext cx="2438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11225"/>
                </a:solidFill>
                <a:latin typeface="Arial"/>
                <a:ea typeface="Arial"/>
                <a:cs typeface="Arial"/>
              </a:defRPr>
            </a:defPPr>
            <a:lvl1pPr algn="l">
              <a:defRPr sz="1875" b="1">
                <a:solidFill>
                  <a:srgbClr val="111225"/>
                </a:solidFill>
                <a:latin typeface="Arial"/>
                <a:ea typeface="Arial"/>
                <a:cs typeface="Arial"/>
              </a:defRPr>
            </a:lvl1pPr>
            <a:lvl2pPr algn="l">
              <a:defRPr sz="1875" b="1">
                <a:solidFill>
                  <a:srgbClr val="111225"/>
                </a:solidFill>
                <a:latin typeface="Arial"/>
                <a:ea typeface="Arial"/>
                <a:cs typeface="Arial"/>
              </a:defRPr>
            </a:lvl2pPr>
            <a:lvl3pPr algn="l">
              <a:defRPr sz="1875" b="1">
                <a:solidFill>
                  <a:srgbClr val="111225"/>
                </a:solidFill>
                <a:latin typeface="Arial"/>
                <a:ea typeface="Arial"/>
                <a:cs typeface="Arial"/>
              </a:defRPr>
            </a:lvl3pPr>
            <a:lvl4pPr algn="l">
              <a:defRPr sz="1875" b="1">
                <a:solidFill>
                  <a:srgbClr val="111225"/>
                </a:solidFill>
                <a:latin typeface="Arial"/>
                <a:ea typeface="Arial"/>
                <a:cs typeface="Arial"/>
              </a:defRPr>
            </a:lvl4pPr>
            <a:lvl5pPr algn="l">
              <a:defRPr sz="1875" b="1">
                <a:solidFill>
                  <a:srgbClr val="111225"/>
                </a:solidFill>
                <a:latin typeface="Arial"/>
                <a:ea typeface="Arial"/>
                <a:cs typeface="Arial"/>
              </a:defRPr>
            </a:lvl5pPr>
            <a:lvl6pPr algn="l">
              <a:defRPr sz="1875" b="1">
                <a:solidFill>
                  <a:srgbClr val="111225"/>
                </a:solidFill>
                <a:latin typeface="Arial"/>
                <a:ea typeface="Arial"/>
                <a:cs typeface="Arial"/>
              </a:defRPr>
            </a:lvl6pPr>
            <a:lvl7pPr algn="l">
              <a:defRPr sz="1875" b="1">
                <a:solidFill>
                  <a:srgbClr val="111225"/>
                </a:solidFill>
                <a:latin typeface="Arial"/>
                <a:ea typeface="Arial"/>
                <a:cs typeface="Arial"/>
              </a:defRPr>
            </a:lvl7pPr>
            <a:lvl8pPr algn="l">
              <a:defRPr sz="1875" b="1">
                <a:solidFill>
                  <a:srgbClr val="111225"/>
                </a:solidFill>
                <a:latin typeface="Arial"/>
                <a:ea typeface="Arial"/>
                <a:cs typeface="Arial"/>
              </a:defRPr>
            </a:lvl8pPr>
            <a:lvl9pPr algn="l">
              <a:defRPr sz="1875" b="1">
                <a:solidFill>
                  <a:srgbClr val="111225"/>
                </a:solidFill>
                <a:latin typeface="Arial"/>
                <a:ea typeface="Arial"/>
                <a:cs typeface="Arial"/>
              </a:defRPr>
            </a:lvl9pPr>
          </a:lstStyle>
          <a:p xmlns:a="http://schemas.openxmlformats.org/drawingml/2006/main">
            <a:pPr algn="l">
              <a:defRPr sz="1875" b="1">
                <a:solidFill>
                  <a:srgbClr val="111225"/>
                </a:solidFill>
                <a:latin typeface="Arial"/>
                <a:ea typeface="Arial"/>
                <a:cs typeface="Arial"/>
              </a:defRPr>
            </a:pPr>
            <a:r>
              <a:rPr sz="1875" b="1">
                <a:solidFill>
                  <a:srgbClr val="111225"/>
                </a:solidFill>
                <a:latin typeface="Arial"/>
                <a:ea typeface="Arial"/>
                <a:cs typeface="Arial"/>
              </a:rPr>
              <a:t>MATCH +</a:t>
            </a:r>
          </a:p>
          <a:p xmlns:a="http://schemas.openxmlformats.org/drawingml/2006/main">
            <a:pPr algn="l">
              <a:defRPr sz="1875" b="1">
                <a:solidFill>
                  <a:srgbClr val="111225"/>
                </a:solidFill>
                <a:latin typeface="Arial"/>
                <a:ea typeface="Arial"/>
                <a:cs typeface="Arial"/>
              </a:defRPr>
            </a:pPr>
            <a:r>
              <a:rPr sz="1875" b="1">
                <a:solidFill>
                  <a:srgbClr val="111225"/>
                </a:solidFill>
                <a:latin typeface="Arial"/>
                <a:ea typeface="Arial"/>
                <a:cs typeface="Arial"/>
              </a:rPr>
              <a:t>REASON</a:t>
            </a:r>
          </a:p>
        </p:txBody>
      </p:sp>
      <p:sp>
        <p:nvSpPr>
          <p:cNvPr id="14" name="">
            <a:extLst xmlns:a="http://schemas.openxmlformats.org/drawingml/2006/main">
              <a:ext uri="{FF2B5EF4-FFF2-40B4-BE49-F238E27FC236}">
                <a16:creationId xmlns:a16="http://schemas.microsoft.com/office/drawing/2014/main" id="{78EE2888-3C45-4A00-AAA4-018CE14F7FA6}"/>
              </a:ext>
            </a:extLst>
          </p:cNvPr>
          <p:cNvSpPr>
            <a:spLocks xmlns:a="http://schemas.openxmlformats.org/drawingml/2006/main" noGrp="1"/>
          </p:cNvSpPr>
          <p:nvPr/>
        </p:nvSpPr>
        <p:spPr>
          <a:xfrm xmlns:a="http://schemas.openxmlformats.org/drawingml/2006/main">
            <a:off x="8420100" y="37623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111225"/>
                </a:solidFill>
                <a:latin typeface="Arial"/>
                <a:ea typeface="Arial"/>
                <a:cs typeface="Arial"/>
              </a:defRPr>
            </a:defPPr>
            <a:lvl1pPr algn="l">
              <a:defRPr sz="1125" b="0">
                <a:solidFill>
                  <a:srgbClr val="111225"/>
                </a:solidFill>
                <a:latin typeface="Arial"/>
                <a:ea typeface="Arial"/>
                <a:cs typeface="Arial"/>
              </a:defRPr>
            </a:lvl1pPr>
            <a:lvl2pPr algn="l">
              <a:defRPr sz="1125" b="0">
                <a:solidFill>
                  <a:srgbClr val="111225"/>
                </a:solidFill>
                <a:latin typeface="Arial"/>
                <a:ea typeface="Arial"/>
                <a:cs typeface="Arial"/>
              </a:defRPr>
            </a:lvl2pPr>
            <a:lvl3pPr algn="l">
              <a:defRPr sz="1125" b="0">
                <a:solidFill>
                  <a:srgbClr val="111225"/>
                </a:solidFill>
                <a:latin typeface="Arial"/>
                <a:ea typeface="Arial"/>
                <a:cs typeface="Arial"/>
              </a:defRPr>
            </a:lvl3pPr>
            <a:lvl4pPr algn="l">
              <a:defRPr sz="1125" b="0">
                <a:solidFill>
                  <a:srgbClr val="111225"/>
                </a:solidFill>
                <a:latin typeface="Arial"/>
                <a:ea typeface="Arial"/>
                <a:cs typeface="Arial"/>
              </a:defRPr>
            </a:lvl4pPr>
            <a:lvl5pPr algn="l">
              <a:defRPr sz="1125" b="0">
                <a:solidFill>
                  <a:srgbClr val="111225"/>
                </a:solidFill>
                <a:latin typeface="Arial"/>
                <a:ea typeface="Arial"/>
                <a:cs typeface="Arial"/>
              </a:defRPr>
            </a:lvl5pPr>
            <a:lvl6pPr algn="l">
              <a:defRPr sz="1125" b="0">
                <a:solidFill>
                  <a:srgbClr val="111225"/>
                </a:solidFill>
                <a:latin typeface="Arial"/>
                <a:ea typeface="Arial"/>
                <a:cs typeface="Arial"/>
              </a:defRPr>
            </a:lvl6pPr>
            <a:lvl7pPr algn="l">
              <a:defRPr sz="1125" b="0">
                <a:solidFill>
                  <a:srgbClr val="111225"/>
                </a:solidFill>
                <a:latin typeface="Arial"/>
                <a:ea typeface="Arial"/>
                <a:cs typeface="Arial"/>
              </a:defRPr>
            </a:lvl7pPr>
            <a:lvl8pPr algn="l">
              <a:defRPr sz="1125" b="0">
                <a:solidFill>
                  <a:srgbClr val="111225"/>
                </a:solidFill>
                <a:latin typeface="Arial"/>
                <a:ea typeface="Arial"/>
                <a:cs typeface="Arial"/>
              </a:defRPr>
            </a:lvl8pPr>
            <a:lvl9pPr algn="l">
              <a:defRPr sz="1125" b="0">
                <a:solidFill>
                  <a:srgbClr val="111225"/>
                </a:solidFill>
                <a:latin typeface="Arial"/>
                <a:ea typeface="Arial"/>
                <a:cs typeface="Arial"/>
              </a:defRPr>
            </a:lvl9pPr>
          </a:lstStyle>
          <a:p xmlns:a="http://schemas.openxmlformats.org/drawingml/2006/main">
            <a:pPr algn="l">
              <a:defRPr sz="1125" b="0">
                <a:solidFill>
                  <a:srgbClr val="111225"/>
                </a:solidFill>
                <a:latin typeface="Arial"/>
                <a:ea typeface="Arial"/>
                <a:cs typeface="Arial"/>
              </a:defRPr>
            </a:pPr>
            <a:r>
              <a:rPr sz="1125" b="0">
                <a:solidFill>
                  <a:srgbClr val="111225"/>
                </a:solidFill>
                <a:latin typeface="Arial"/>
                <a:ea typeface="Arial"/>
                <a:cs typeface="Arial"/>
              </a:rPr>
              <a:t>Fit signal · source link</a:t>
            </a:r>
          </a:p>
        </p:txBody>
      </p:sp>
      <p:sp>
        <p:nvSpPr>
          <p:cNvPr id="15" name="">
            <a:extLst xmlns:a="http://schemas.openxmlformats.org/drawingml/2006/main">
              <a:ext uri="{FF2B5EF4-FFF2-40B4-BE49-F238E27FC236}">
                <a16:creationId xmlns:a16="http://schemas.microsoft.com/office/drawing/2014/main" id="{136B60FA-211C-4192-857A-3A92457F976F}"/>
              </a:ext>
            </a:extLst>
          </p:cNvPr>
          <p:cNvSpPr>
            <a:spLocks xmlns:a="http://schemas.openxmlformats.org/drawingml/2006/main" noGrp="1"/>
          </p:cNvSpPr>
          <p:nvPr/>
        </p:nvSpPr>
        <p:spPr>
          <a:xfrm xmlns:a="http://schemas.openxmlformats.org/drawingml/2006/main">
            <a:off x="800100" y="4629150"/>
            <a:ext cx="10287000" cy="9525"/>
          </a:xfrm>
          <a:prstGeom xmlns:a="http://schemas.openxmlformats.org/drawingml/2006/main" prst="rect">
            <a:avLst/>
          </a:prstGeom>
          <a:solidFill xmlns:a="http://schemas.openxmlformats.org/drawingml/2006/main">
            <a:srgbClr val="D9D6C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6D948B8-FA9A-4161-BA1C-B3B583FAA478}"/>
              </a:ext>
            </a:extLst>
          </p:cNvPr>
          <p:cNvSpPr>
            <a:spLocks xmlns:a="http://schemas.openxmlformats.org/drawingml/2006/main" noGrp="1"/>
          </p:cNvSpPr>
          <p:nvPr/>
        </p:nvSpPr>
        <p:spPr>
          <a:xfrm xmlns:a="http://schemas.openxmlformats.org/drawingml/2006/main">
            <a:off x="819150" y="49530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11225"/>
                </a:solidFill>
                <a:latin typeface="Arial"/>
                <a:ea typeface="Arial"/>
                <a:cs typeface="Arial"/>
              </a:defRPr>
            </a:defPPr>
            <a:lvl1pPr algn="l">
              <a:defRPr sz="1575" b="1">
                <a:solidFill>
                  <a:srgbClr val="111225"/>
                </a:solidFill>
                <a:latin typeface="Arial"/>
                <a:ea typeface="Arial"/>
                <a:cs typeface="Arial"/>
              </a:defRPr>
            </a:lvl1pPr>
            <a:lvl2pPr algn="l">
              <a:defRPr sz="1575" b="1">
                <a:solidFill>
                  <a:srgbClr val="111225"/>
                </a:solidFill>
                <a:latin typeface="Arial"/>
                <a:ea typeface="Arial"/>
                <a:cs typeface="Arial"/>
              </a:defRPr>
            </a:lvl2pPr>
            <a:lvl3pPr algn="l">
              <a:defRPr sz="1575" b="1">
                <a:solidFill>
                  <a:srgbClr val="111225"/>
                </a:solidFill>
                <a:latin typeface="Arial"/>
                <a:ea typeface="Arial"/>
                <a:cs typeface="Arial"/>
              </a:defRPr>
            </a:lvl3pPr>
            <a:lvl4pPr algn="l">
              <a:defRPr sz="1575" b="1">
                <a:solidFill>
                  <a:srgbClr val="111225"/>
                </a:solidFill>
                <a:latin typeface="Arial"/>
                <a:ea typeface="Arial"/>
                <a:cs typeface="Arial"/>
              </a:defRPr>
            </a:lvl4pPr>
            <a:lvl5pPr algn="l">
              <a:defRPr sz="1575" b="1">
                <a:solidFill>
                  <a:srgbClr val="111225"/>
                </a:solidFill>
                <a:latin typeface="Arial"/>
                <a:ea typeface="Arial"/>
                <a:cs typeface="Arial"/>
              </a:defRPr>
            </a:lvl5pPr>
            <a:lvl6pPr algn="l">
              <a:defRPr sz="1575" b="1">
                <a:solidFill>
                  <a:srgbClr val="111225"/>
                </a:solidFill>
                <a:latin typeface="Arial"/>
                <a:ea typeface="Arial"/>
                <a:cs typeface="Arial"/>
              </a:defRPr>
            </a:lvl6pPr>
            <a:lvl7pPr algn="l">
              <a:defRPr sz="1575" b="1">
                <a:solidFill>
                  <a:srgbClr val="111225"/>
                </a:solidFill>
                <a:latin typeface="Arial"/>
                <a:ea typeface="Arial"/>
                <a:cs typeface="Arial"/>
              </a:defRPr>
            </a:lvl7pPr>
            <a:lvl8pPr algn="l">
              <a:defRPr sz="1575" b="1">
                <a:solidFill>
                  <a:srgbClr val="111225"/>
                </a:solidFill>
                <a:latin typeface="Arial"/>
                <a:ea typeface="Arial"/>
                <a:cs typeface="Arial"/>
              </a:defRPr>
            </a:lvl8pPr>
            <a:lvl9pPr algn="l">
              <a:defRPr sz="1575" b="1">
                <a:solidFill>
                  <a:srgbClr val="111225"/>
                </a:solidFill>
                <a:latin typeface="Arial"/>
                <a:ea typeface="Arial"/>
                <a:cs typeface="Arial"/>
              </a:defRPr>
            </a:lvl9pPr>
          </a:lstStyle>
          <a:p xmlns:a="http://schemas.openxmlformats.org/drawingml/2006/main">
            <a:pPr algn="l">
              <a:defRPr sz="1575" b="1">
                <a:solidFill>
                  <a:srgbClr val="111225"/>
                </a:solidFill>
                <a:latin typeface="Arial"/>
                <a:ea typeface="Arial"/>
                <a:cs typeface="Arial"/>
              </a:defRPr>
            </a:pPr>
            <a:r>
              <a:rPr sz="1575" b="1">
                <a:solidFill>
                  <a:srgbClr val="111225"/>
                </a:solidFill>
                <a:latin typeface="Arial"/>
                <a:ea typeface="Arial"/>
                <a:cs typeface="Arial"/>
              </a:rPr>
              <a:t>The shortlist is a starting point, not an eligibility guarantee.</a:t>
            </a:r>
          </a:p>
        </p:txBody>
      </p:sp>
      <p:sp>
        <p:nvSpPr>
          <p:cNvPr id="17" name="">
            <a:extLst xmlns:a="http://schemas.openxmlformats.org/drawingml/2006/main">
              <a:ext uri="{FF2B5EF4-FFF2-40B4-BE49-F238E27FC236}">
                <a16:creationId xmlns:a16="http://schemas.microsoft.com/office/drawing/2014/main" id="{7854E564-4B9F-4F07-A138-F55C06E57890}"/>
              </a:ext>
            </a:extLst>
          </p:cNvPr>
          <p:cNvSpPr>
            <a:spLocks xmlns:a="http://schemas.openxmlformats.org/drawingml/2006/main" noGrp="1"/>
          </p:cNvSpPr>
          <p:nvPr/>
        </p:nvSpPr>
        <p:spPr>
          <a:xfrm xmlns:a="http://schemas.openxmlformats.org/drawingml/2006/main">
            <a:off x="819150" y="5410200"/>
            <a:ext cx="9334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68697C"/>
                </a:solidFill>
                <a:latin typeface="Arial"/>
                <a:ea typeface="Arial"/>
                <a:cs typeface="Arial"/>
              </a:defRPr>
            </a:defPPr>
            <a:lvl1pPr algn="l">
              <a:defRPr sz="1350" b="0">
                <a:solidFill>
                  <a:srgbClr val="68697C"/>
                </a:solidFill>
                <a:latin typeface="Arial"/>
                <a:ea typeface="Arial"/>
                <a:cs typeface="Arial"/>
              </a:defRPr>
            </a:lvl1pPr>
            <a:lvl2pPr algn="l">
              <a:defRPr sz="1350" b="0">
                <a:solidFill>
                  <a:srgbClr val="68697C"/>
                </a:solidFill>
                <a:latin typeface="Arial"/>
                <a:ea typeface="Arial"/>
                <a:cs typeface="Arial"/>
              </a:defRPr>
            </a:lvl2pPr>
            <a:lvl3pPr algn="l">
              <a:defRPr sz="1350" b="0">
                <a:solidFill>
                  <a:srgbClr val="68697C"/>
                </a:solidFill>
                <a:latin typeface="Arial"/>
                <a:ea typeface="Arial"/>
                <a:cs typeface="Arial"/>
              </a:defRPr>
            </a:lvl3pPr>
            <a:lvl4pPr algn="l">
              <a:defRPr sz="1350" b="0">
                <a:solidFill>
                  <a:srgbClr val="68697C"/>
                </a:solidFill>
                <a:latin typeface="Arial"/>
                <a:ea typeface="Arial"/>
                <a:cs typeface="Arial"/>
              </a:defRPr>
            </a:lvl4pPr>
            <a:lvl5pPr algn="l">
              <a:defRPr sz="1350" b="0">
                <a:solidFill>
                  <a:srgbClr val="68697C"/>
                </a:solidFill>
                <a:latin typeface="Arial"/>
                <a:ea typeface="Arial"/>
                <a:cs typeface="Arial"/>
              </a:defRPr>
            </a:lvl5pPr>
            <a:lvl6pPr algn="l">
              <a:defRPr sz="1350" b="0">
                <a:solidFill>
                  <a:srgbClr val="68697C"/>
                </a:solidFill>
                <a:latin typeface="Arial"/>
                <a:ea typeface="Arial"/>
                <a:cs typeface="Arial"/>
              </a:defRPr>
            </a:lvl6pPr>
            <a:lvl7pPr algn="l">
              <a:defRPr sz="1350" b="0">
                <a:solidFill>
                  <a:srgbClr val="68697C"/>
                </a:solidFill>
                <a:latin typeface="Arial"/>
                <a:ea typeface="Arial"/>
                <a:cs typeface="Arial"/>
              </a:defRPr>
            </a:lvl7pPr>
            <a:lvl8pPr algn="l">
              <a:defRPr sz="1350" b="0">
                <a:solidFill>
                  <a:srgbClr val="68697C"/>
                </a:solidFill>
                <a:latin typeface="Arial"/>
                <a:ea typeface="Arial"/>
                <a:cs typeface="Arial"/>
              </a:defRPr>
            </a:lvl8pPr>
            <a:lvl9pPr algn="l">
              <a:defRPr sz="1350" b="0">
                <a:solidFill>
                  <a:srgbClr val="68697C"/>
                </a:solidFill>
                <a:latin typeface="Arial"/>
                <a:ea typeface="Arial"/>
                <a:cs typeface="Arial"/>
              </a:defRPr>
            </a:lvl9pPr>
          </a:lstStyle>
          <a:p xmlns:a="http://schemas.openxmlformats.org/drawingml/2006/main">
            <a:pPr algn="l">
              <a:defRPr sz="1350" b="0">
                <a:solidFill>
                  <a:srgbClr val="68697C"/>
                </a:solidFill>
                <a:latin typeface="Arial"/>
                <a:ea typeface="Arial"/>
                <a:cs typeface="Arial"/>
              </a:defRPr>
            </a:pPr>
            <a:r>
              <a:rPr sz="1350" b="0">
                <a:solidFill>
                  <a:srgbClr val="68697C"/>
                </a:solidFill>
                <a:latin typeface="Arial"/>
                <a:ea typeface="Arial"/>
                <a:cs typeface="Arial"/>
              </a:rPr>
              <a:t>Always check the original source before applying.</a:t>
            </a:r>
          </a:p>
        </p:txBody>
      </p:sp>
      <p:sp>
        <p:nvSpPr>
          <p:cNvPr id="18" name="">
            <a:extLst xmlns:a="http://schemas.openxmlformats.org/drawingml/2006/main">
              <a:ext uri="{FF2B5EF4-FFF2-40B4-BE49-F238E27FC236}">
                <a16:creationId xmlns:a16="http://schemas.microsoft.com/office/drawing/2014/main" id="{0C27C009-0FA9-4F0E-B1B6-37799EC2781F}"/>
              </a:ext>
            </a:extLst>
          </p:cNvPr>
          <p:cNvSpPr>
            <a:spLocks xmlns:a="http://schemas.openxmlformats.org/drawingml/2006/main" noGrp="1"/>
          </p:cNvSpPr>
          <p:nvPr/>
        </p:nvSpPr>
        <p:spPr>
          <a:xfrm xmlns:a="http://schemas.openxmlformats.org/drawingml/2006/main">
            <a:off x="685800" y="64865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68697C"/>
                </a:solidFill>
                <a:latin typeface="Arial"/>
                <a:ea typeface="Arial"/>
                <a:cs typeface="Arial"/>
              </a:defRPr>
            </a:defPPr>
            <a:lvl1pPr algn="l">
              <a:defRPr sz="900" b="1">
                <a:solidFill>
                  <a:srgbClr val="68697C"/>
                </a:solidFill>
                <a:latin typeface="Arial"/>
                <a:ea typeface="Arial"/>
                <a:cs typeface="Arial"/>
              </a:defRPr>
            </a:lvl1pPr>
            <a:lvl2pPr algn="l">
              <a:defRPr sz="900" b="1">
                <a:solidFill>
                  <a:srgbClr val="68697C"/>
                </a:solidFill>
                <a:latin typeface="Arial"/>
                <a:ea typeface="Arial"/>
                <a:cs typeface="Arial"/>
              </a:defRPr>
            </a:lvl2pPr>
            <a:lvl3pPr algn="l">
              <a:defRPr sz="900" b="1">
                <a:solidFill>
                  <a:srgbClr val="68697C"/>
                </a:solidFill>
                <a:latin typeface="Arial"/>
                <a:ea typeface="Arial"/>
                <a:cs typeface="Arial"/>
              </a:defRPr>
            </a:lvl3pPr>
            <a:lvl4pPr algn="l">
              <a:defRPr sz="900" b="1">
                <a:solidFill>
                  <a:srgbClr val="68697C"/>
                </a:solidFill>
                <a:latin typeface="Arial"/>
                <a:ea typeface="Arial"/>
                <a:cs typeface="Arial"/>
              </a:defRPr>
            </a:lvl4pPr>
            <a:lvl5pPr algn="l">
              <a:defRPr sz="900" b="1">
                <a:solidFill>
                  <a:srgbClr val="68697C"/>
                </a:solidFill>
                <a:latin typeface="Arial"/>
                <a:ea typeface="Arial"/>
                <a:cs typeface="Arial"/>
              </a:defRPr>
            </a:lvl5pPr>
            <a:lvl6pPr algn="l">
              <a:defRPr sz="900" b="1">
                <a:solidFill>
                  <a:srgbClr val="68697C"/>
                </a:solidFill>
                <a:latin typeface="Arial"/>
                <a:ea typeface="Arial"/>
                <a:cs typeface="Arial"/>
              </a:defRPr>
            </a:lvl6pPr>
            <a:lvl7pPr algn="l">
              <a:defRPr sz="900" b="1">
                <a:solidFill>
                  <a:srgbClr val="68697C"/>
                </a:solidFill>
                <a:latin typeface="Arial"/>
                <a:ea typeface="Arial"/>
                <a:cs typeface="Arial"/>
              </a:defRPr>
            </a:lvl7pPr>
            <a:lvl8pPr algn="l">
              <a:defRPr sz="900" b="1">
                <a:solidFill>
                  <a:srgbClr val="68697C"/>
                </a:solidFill>
                <a:latin typeface="Arial"/>
                <a:ea typeface="Arial"/>
                <a:cs typeface="Arial"/>
              </a:defRPr>
            </a:lvl8pPr>
            <a:lvl9pPr algn="l">
              <a:defRPr sz="900" b="1">
                <a:solidFill>
                  <a:srgbClr val="68697C"/>
                </a:solidFill>
                <a:latin typeface="Arial"/>
                <a:ea typeface="Arial"/>
                <a:cs typeface="Arial"/>
              </a:defRPr>
            </a:lvl9pPr>
          </a:lstStyle>
          <a:p xmlns:a="http://schemas.openxmlformats.org/drawingml/2006/main">
            <a:pPr algn="l">
              <a:defRPr sz="900" b="1">
                <a:solidFill>
                  <a:srgbClr val="68697C"/>
                </a:solidFill>
                <a:latin typeface="Arial"/>
                <a:ea typeface="Arial"/>
                <a:cs typeface="Arial"/>
              </a:defRPr>
            </a:pPr>
            <a:r>
              <a:rPr sz="900" b="1">
                <a:solidFill>
                  <a:srgbClr val="68697C"/>
                </a:solidFill>
                <a:latin typeface="Arial"/>
                <a:ea typeface="Arial"/>
                <a:cs typeface="Arial"/>
              </a:rPr>
              <a:t>AUTOGRANT  /  AZINHACK 2026</a:t>
            </a:r>
          </a:p>
        </p:txBody>
      </p:sp>
      <p:sp>
        <p:nvSpPr>
          <p:cNvPr id="19" name="">
            <a:extLst xmlns:a="http://schemas.openxmlformats.org/drawingml/2006/main">
              <a:ext uri="{FF2B5EF4-FFF2-40B4-BE49-F238E27FC236}">
                <a16:creationId xmlns:a16="http://schemas.microsoft.com/office/drawing/2014/main" id="{CFA16847-7811-4B8E-BCCF-18ADFF56A7B2}"/>
              </a:ext>
            </a:extLst>
          </p:cNvPr>
          <p:cNvSpPr>
            <a:spLocks xmlns:a="http://schemas.openxmlformats.org/drawingml/2006/main" noGrp="1"/>
          </p:cNvSpPr>
          <p:nvPr/>
        </p:nvSpPr>
        <p:spPr>
          <a:xfrm xmlns:a="http://schemas.openxmlformats.org/drawingml/2006/main">
            <a:off x="10668000" y="6486525"/>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68697C"/>
                </a:solidFill>
                <a:latin typeface="Arial"/>
                <a:ea typeface="Arial"/>
                <a:cs typeface="Arial"/>
              </a:defRPr>
            </a:defPPr>
            <a:lvl1pPr algn="r">
              <a:defRPr sz="900" b="1">
                <a:solidFill>
                  <a:srgbClr val="68697C"/>
                </a:solidFill>
                <a:latin typeface="Arial"/>
                <a:ea typeface="Arial"/>
                <a:cs typeface="Arial"/>
              </a:defRPr>
            </a:lvl1pPr>
            <a:lvl2pPr algn="r">
              <a:defRPr sz="900" b="1">
                <a:solidFill>
                  <a:srgbClr val="68697C"/>
                </a:solidFill>
                <a:latin typeface="Arial"/>
                <a:ea typeface="Arial"/>
                <a:cs typeface="Arial"/>
              </a:defRPr>
            </a:lvl2pPr>
            <a:lvl3pPr algn="r">
              <a:defRPr sz="900" b="1">
                <a:solidFill>
                  <a:srgbClr val="68697C"/>
                </a:solidFill>
                <a:latin typeface="Arial"/>
                <a:ea typeface="Arial"/>
                <a:cs typeface="Arial"/>
              </a:defRPr>
            </a:lvl3pPr>
            <a:lvl4pPr algn="r">
              <a:defRPr sz="900" b="1">
                <a:solidFill>
                  <a:srgbClr val="68697C"/>
                </a:solidFill>
                <a:latin typeface="Arial"/>
                <a:ea typeface="Arial"/>
                <a:cs typeface="Arial"/>
              </a:defRPr>
            </a:lvl4pPr>
            <a:lvl5pPr algn="r">
              <a:defRPr sz="900" b="1">
                <a:solidFill>
                  <a:srgbClr val="68697C"/>
                </a:solidFill>
                <a:latin typeface="Arial"/>
                <a:ea typeface="Arial"/>
                <a:cs typeface="Arial"/>
              </a:defRPr>
            </a:lvl5pPr>
            <a:lvl6pPr algn="r">
              <a:defRPr sz="900" b="1">
                <a:solidFill>
                  <a:srgbClr val="68697C"/>
                </a:solidFill>
                <a:latin typeface="Arial"/>
                <a:ea typeface="Arial"/>
                <a:cs typeface="Arial"/>
              </a:defRPr>
            </a:lvl6pPr>
            <a:lvl7pPr algn="r">
              <a:defRPr sz="900" b="1">
                <a:solidFill>
                  <a:srgbClr val="68697C"/>
                </a:solidFill>
                <a:latin typeface="Arial"/>
                <a:ea typeface="Arial"/>
                <a:cs typeface="Arial"/>
              </a:defRPr>
            </a:lvl7pPr>
            <a:lvl8pPr algn="r">
              <a:defRPr sz="900" b="1">
                <a:solidFill>
                  <a:srgbClr val="68697C"/>
                </a:solidFill>
                <a:latin typeface="Arial"/>
                <a:ea typeface="Arial"/>
                <a:cs typeface="Arial"/>
              </a:defRPr>
            </a:lvl8pPr>
            <a:lvl9pPr algn="r">
              <a:defRPr sz="900" b="1">
                <a:solidFill>
                  <a:srgbClr val="68697C"/>
                </a:solidFill>
                <a:latin typeface="Arial"/>
                <a:ea typeface="Arial"/>
                <a:cs typeface="Arial"/>
              </a:defRPr>
            </a:lvl9pPr>
          </a:lstStyle>
          <a:p xmlns:a="http://schemas.openxmlformats.org/drawingml/2006/main">
            <a:pPr algn="r">
              <a:defRPr sz="900" b="1">
                <a:solidFill>
                  <a:srgbClr val="68697C"/>
                </a:solidFill>
                <a:latin typeface="Arial"/>
                <a:ea typeface="Arial"/>
                <a:cs typeface="Arial"/>
              </a:defRPr>
            </a:pPr>
            <a:r>
              <a:rPr sz="900" b="1">
                <a:solidFill>
                  <a:srgbClr val="68697C"/>
                </a:solidFill>
                <a:latin typeface="Arial"/>
                <a:ea typeface="Arial"/>
                <a:cs typeface="Arial"/>
              </a:rPr>
              <a:t>03 / 08</a:t>
            </a:r>
          </a:p>
        </p:txBody>
      </p:sp>
    </p:spTree>
    <p:extLst>
      <p:ext uri="{BB962C8B-B14F-4D97-AF65-F5344CB8AC3E}">
        <p14:creationId xmlns:p14="http://schemas.microsoft.com/office/powerpoint/2010/main" val="97971263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D0F4B88-E178-488B-A06A-F9890F79294D}"/>
              </a:ext>
            </a:extLst>
          </p:cNvPr>
          <p:cNvSpPr>
            <a:spLocks xmlns:a="http://schemas.openxmlformats.org/drawingml/2006/main" noGrp="1"/>
          </p:cNvSpPr>
          <p:nvPr/>
        </p:nvSpPr>
        <p:spPr>
          <a:xfrm xmlns:a="http://schemas.openxmlformats.org/drawingml/2006/main">
            <a:off x="685800" y="45720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7657FF"/>
                </a:solidFill>
                <a:latin typeface="Arial"/>
                <a:ea typeface="Arial"/>
                <a:cs typeface="Arial"/>
              </a:defRPr>
            </a:defPPr>
            <a:lvl1pPr algn="l">
              <a:defRPr sz="975" b="1">
                <a:solidFill>
                  <a:srgbClr val="7657FF"/>
                </a:solidFill>
                <a:latin typeface="Arial"/>
                <a:ea typeface="Arial"/>
                <a:cs typeface="Arial"/>
              </a:defRPr>
            </a:lvl1pPr>
            <a:lvl2pPr algn="l">
              <a:defRPr sz="975" b="1">
                <a:solidFill>
                  <a:srgbClr val="7657FF"/>
                </a:solidFill>
                <a:latin typeface="Arial"/>
                <a:ea typeface="Arial"/>
                <a:cs typeface="Arial"/>
              </a:defRPr>
            </a:lvl2pPr>
            <a:lvl3pPr algn="l">
              <a:defRPr sz="975" b="1">
                <a:solidFill>
                  <a:srgbClr val="7657FF"/>
                </a:solidFill>
                <a:latin typeface="Arial"/>
                <a:ea typeface="Arial"/>
                <a:cs typeface="Arial"/>
              </a:defRPr>
            </a:lvl3pPr>
            <a:lvl4pPr algn="l">
              <a:defRPr sz="975" b="1">
                <a:solidFill>
                  <a:srgbClr val="7657FF"/>
                </a:solidFill>
                <a:latin typeface="Arial"/>
                <a:ea typeface="Arial"/>
                <a:cs typeface="Arial"/>
              </a:defRPr>
            </a:lvl4pPr>
            <a:lvl5pPr algn="l">
              <a:defRPr sz="975" b="1">
                <a:solidFill>
                  <a:srgbClr val="7657FF"/>
                </a:solidFill>
                <a:latin typeface="Arial"/>
                <a:ea typeface="Arial"/>
                <a:cs typeface="Arial"/>
              </a:defRPr>
            </a:lvl5pPr>
            <a:lvl6pPr algn="l">
              <a:defRPr sz="975" b="1">
                <a:solidFill>
                  <a:srgbClr val="7657FF"/>
                </a:solidFill>
                <a:latin typeface="Arial"/>
                <a:ea typeface="Arial"/>
                <a:cs typeface="Arial"/>
              </a:defRPr>
            </a:lvl6pPr>
            <a:lvl7pPr algn="l">
              <a:defRPr sz="975" b="1">
                <a:solidFill>
                  <a:srgbClr val="7657FF"/>
                </a:solidFill>
                <a:latin typeface="Arial"/>
                <a:ea typeface="Arial"/>
                <a:cs typeface="Arial"/>
              </a:defRPr>
            </a:lvl7pPr>
            <a:lvl8pPr algn="l">
              <a:defRPr sz="975" b="1">
                <a:solidFill>
                  <a:srgbClr val="7657FF"/>
                </a:solidFill>
                <a:latin typeface="Arial"/>
                <a:ea typeface="Arial"/>
                <a:cs typeface="Arial"/>
              </a:defRPr>
            </a:lvl8pPr>
            <a:lvl9pPr algn="l">
              <a:defRPr sz="975" b="1">
                <a:solidFill>
                  <a:srgbClr val="7657FF"/>
                </a:solidFill>
                <a:latin typeface="Arial"/>
                <a:ea typeface="Arial"/>
                <a:cs typeface="Arial"/>
              </a:defRPr>
            </a:lvl9pPr>
          </a:lstStyle>
          <a:p xmlns:a="http://schemas.openxmlformats.org/drawingml/2006/main">
            <a:pPr algn="l">
              <a:defRPr sz="975" b="1">
                <a:solidFill>
                  <a:srgbClr val="7657FF"/>
                </a:solidFill>
                <a:latin typeface="Arial"/>
                <a:ea typeface="Arial"/>
                <a:cs typeface="Arial"/>
              </a:defRPr>
            </a:pPr>
            <a:r>
              <a:rPr sz="975" b="1">
                <a:solidFill>
                  <a:srgbClr val="7657FF"/>
                </a:solidFill>
                <a:latin typeface="Arial"/>
                <a:ea typeface="Arial"/>
                <a:cs typeface="Arial"/>
              </a:rPr>
              <a:t>THE PRODUCT</a:t>
            </a:r>
          </a:p>
        </p:txBody>
      </p:sp>
      <p:sp>
        <p:nvSpPr>
          <p:cNvPr id="2" name="">
            <a:extLst xmlns:a="http://schemas.openxmlformats.org/drawingml/2006/main">
              <a:ext uri="{FF2B5EF4-FFF2-40B4-BE49-F238E27FC236}">
                <a16:creationId xmlns:a16="http://schemas.microsoft.com/office/drawing/2014/main" id="{1232B390-6763-47E8-9F10-0CE05F43E8C3}"/>
              </a:ext>
            </a:extLst>
          </p:cNvPr>
          <p:cNvSpPr>
            <a:spLocks xmlns:a="http://schemas.openxmlformats.org/drawingml/2006/main" noGrp="1"/>
          </p:cNvSpPr>
          <p:nvPr/>
        </p:nvSpPr>
        <p:spPr>
          <a:xfrm xmlns:a="http://schemas.openxmlformats.org/drawingml/2006/main">
            <a:off x="685800" y="857250"/>
            <a:ext cx="1076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11225"/>
                </a:solidFill>
                <a:latin typeface="Arial"/>
                <a:ea typeface="Arial"/>
                <a:cs typeface="Arial"/>
              </a:defRPr>
            </a:defPPr>
            <a:lvl1pPr algn="l">
              <a:defRPr sz="3300" b="1">
                <a:solidFill>
                  <a:srgbClr val="111225"/>
                </a:solidFill>
                <a:latin typeface="Arial"/>
                <a:ea typeface="Arial"/>
                <a:cs typeface="Arial"/>
              </a:defRPr>
            </a:lvl1pPr>
            <a:lvl2pPr algn="l">
              <a:defRPr sz="3300" b="1">
                <a:solidFill>
                  <a:srgbClr val="111225"/>
                </a:solidFill>
                <a:latin typeface="Arial"/>
                <a:ea typeface="Arial"/>
                <a:cs typeface="Arial"/>
              </a:defRPr>
            </a:lvl2pPr>
            <a:lvl3pPr algn="l">
              <a:defRPr sz="3300" b="1">
                <a:solidFill>
                  <a:srgbClr val="111225"/>
                </a:solidFill>
                <a:latin typeface="Arial"/>
                <a:ea typeface="Arial"/>
                <a:cs typeface="Arial"/>
              </a:defRPr>
            </a:lvl3pPr>
            <a:lvl4pPr algn="l">
              <a:defRPr sz="3300" b="1">
                <a:solidFill>
                  <a:srgbClr val="111225"/>
                </a:solidFill>
                <a:latin typeface="Arial"/>
                <a:ea typeface="Arial"/>
                <a:cs typeface="Arial"/>
              </a:defRPr>
            </a:lvl4pPr>
            <a:lvl5pPr algn="l">
              <a:defRPr sz="3300" b="1">
                <a:solidFill>
                  <a:srgbClr val="111225"/>
                </a:solidFill>
                <a:latin typeface="Arial"/>
                <a:ea typeface="Arial"/>
                <a:cs typeface="Arial"/>
              </a:defRPr>
            </a:lvl5pPr>
            <a:lvl6pPr algn="l">
              <a:defRPr sz="3300" b="1">
                <a:solidFill>
                  <a:srgbClr val="111225"/>
                </a:solidFill>
                <a:latin typeface="Arial"/>
                <a:ea typeface="Arial"/>
                <a:cs typeface="Arial"/>
              </a:defRPr>
            </a:lvl6pPr>
            <a:lvl7pPr algn="l">
              <a:defRPr sz="3300" b="1">
                <a:solidFill>
                  <a:srgbClr val="111225"/>
                </a:solidFill>
                <a:latin typeface="Arial"/>
                <a:ea typeface="Arial"/>
                <a:cs typeface="Arial"/>
              </a:defRPr>
            </a:lvl7pPr>
            <a:lvl8pPr algn="l">
              <a:defRPr sz="3300" b="1">
                <a:solidFill>
                  <a:srgbClr val="111225"/>
                </a:solidFill>
                <a:latin typeface="Arial"/>
                <a:ea typeface="Arial"/>
                <a:cs typeface="Arial"/>
              </a:defRPr>
            </a:lvl8pPr>
            <a:lvl9pPr algn="l">
              <a:defRPr sz="3300" b="1">
                <a:solidFill>
                  <a:srgbClr val="111225"/>
                </a:solidFill>
                <a:latin typeface="Arial"/>
                <a:ea typeface="Arial"/>
                <a:cs typeface="Arial"/>
              </a:defRPr>
            </a:lvl9pPr>
          </a:lstStyle>
          <a:p xmlns:a="http://schemas.openxmlformats.org/drawingml/2006/main">
            <a:pPr algn="l">
              <a:defRPr sz="3300" b="1">
                <a:solidFill>
                  <a:srgbClr val="111225"/>
                </a:solidFill>
                <a:latin typeface="Arial"/>
                <a:ea typeface="Arial"/>
                <a:cs typeface="Arial"/>
              </a:defRPr>
            </a:pPr>
            <a:r>
              <a:rPr sz="3300" b="1">
                <a:solidFill>
                  <a:srgbClr val="111225"/>
                </a:solidFill>
                <a:latin typeface="Arial"/>
                <a:ea typeface="Arial"/>
                <a:cs typeface="Arial"/>
              </a:rPr>
              <a:t>A match should explain itself.</a:t>
            </a:r>
          </a:p>
        </p:txBody>
      </p:sp>
      <p:sp>
        <p:nvSpPr>
          <p:cNvPr id="3" name="">
            <a:extLst xmlns:a="http://schemas.openxmlformats.org/drawingml/2006/main">
              <a:ext uri="{FF2B5EF4-FFF2-40B4-BE49-F238E27FC236}">
                <a16:creationId xmlns:a16="http://schemas.microsoft.com/office/drawing/2014/main" id="{DD3AA497-CA27-4B79-9529-82906CE80B8F}"/>
              </a:ext>
            </a:extLst>
          </p:cNvPr>
          <p:cNvSpPr>
            <a:spLocks xmlns:a="http://schemas.openxmlformats.org/drawingml/2006/main" noGrp="1"/>
          </p:cNvSpPr>
          <p:nvPr/>
        </p:nvSpPr>
        <p:spPr>
          <a:xfrm xmlns:a="http://schemas.openxmlformats.org/drawingml/2006/main">
            <a:off x="723900" y="1504950"/>
            <a:ext cx="1028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68697C"/>
                </a:solidFill>
                <a:latin typeface="Arial"/>
                <a:ea typeface="Arial"/>
                <a:cs typeface="Arial"/>
              </a:defRPr>
            </a:defPPr>
            <a:lvl1pPr algn="l">
              <a:defRPr sz="1575" b="0">
                <a:solidFill>
                  <a:srgbClr val="68697C"/>
                </a:solidFill>
                <a:latin typeface="Arial"/>
                <a:ea typeface="Arial"/>
                <a:cs typeface="Arial"/>
              </a:defRPr>
            </a:lvl1pPr>
            <a:lvl2pPr algn="l">
              <a:defRPr sz="1575" b="0">
                <a:solidFill>
                  <a:srgbClr val="68697C"/>
                </a:solidFill>
                <a:latin typeface="Arial"/>
                <a:ea typeface="Arial"/>
                <a:cs typeface="Arial"/>
              </a:defRPr>
            </a:lvl2pPr>
            <a:lvl3pPr algn="l">
              <a:defRPr sz="1575" b="0">
                <a:solidFill>
                  <a:srgbClr val="68697C"/>
                </a:solidFill>
                <a:latin typeface="Arial"/>
                <a:ea typeface="Arial"/>
                <a:cs typeface="Arial"/>
              </a:defRPr>
            </a:lvl3pPr>
            <a:lvl4pPr algn="l">
              <a:defRPr sz="1575" b="0">
                <a:solidFill>
                  <a:srgbClr val="68697C"/>
                </a:solidFill>
                <a:latin typeface="Arial"/>
                <a:ea typeface="Arial"/>
                <a:cs typeface="Arial"/>
              </a:defRPr>
            </a:lvl4pPr>
            <a:lvl5pPr algn="l">
              <a:defRPr sz="1575" b="0">
                <a:solidFill>
                  <a:srgbClr val="68697C"/>
                </a:solidFill>
                <a:latin typeface="Arial"/>
                <a:ea typeface="Arial"/>
                <a:cs typeface="Arial"/>
              </a:defRPr>
            </a:lvl5pPr>
            <a:lvl6pPr algn="l">
              <a:defRPr sz="1575" b="0">
                <a:solidFill>
                  <a:srgbClr val="68697C"/>
                </a:solidFill>
                <a:latin typeface="Arial"/>
                <a:ea typeface="Arial"/>
                <a:cs typeface="Arial"/>
              </a:defRPr>
            </a:lvl6pPr>
            <a:lvl7pPr algn="l">
              <a:defRPr sz="1575" b="0">
                <a:solidFill>
                  <a:srgbClr val="68697C"/>
                </a:solidFill>
                <a:latin typeface="Arial"/>
                <a:ea typeface="Arial"/>
                <a:cs typeface="Arial"/>
              </a:defRPr>
            </a:lvl7pPr>
            <a:lvl8pPr algn="l">
              <a:defRPr sz="1575" b="0">
                <a:solidFill>
                  <a:srgbClr val="68697C"/>
                </a:solidFill>
                <a:latin typeface="Arial"/>
                <a:ea typeface="Arial"/>
                <a:cs typeface="Arial"/>
              </a:defRPr>
            </a:lvl8pPr>
            <a:lvl9pPr algn="l">
              <a:defRPr sz="1575" b="0">
                <a:solidFill>
                  <a:srgbClr val="68697C"/>
                </a:solidFill>
                <a:latin typeface="Arial"/>
                <a:ea typeface="Arial"/>
                <a:cs typeface="Arial"/>
              </a:defRPr>
            </a:lvl9pPr>
          </a:lstStyle>
          <a:p xmlns:a="http://schemas.openxmlformats.org/drawingml/2006/main">
            <a:pPr algn="l">
              <a:defRPr sz="1575" b="0">
                <a:solidFill>
                  <a:srgbClr val="68697C"/>
                </a:solidFill>
                <a:latin typeface="Arial"/>
                <a:ea typeface="Arial"/>
                <a:cs typeface="Arial"/>
              </a:defRPr>
            </a:pPr>
            <a:r>
              <a:rPr sz="1575" b="0">
                <a:solidFill>
                  <a:srgbClr val="68697C"/>
                </a:solidFill>
                <a:latin typeface="Arial"/>
                <a:ea typeface="Arial"/>
                <a:cs typeface="Arial"/>
              </a:rPr>
              <a:t>AutoGrant pairs a score with context and a route back to the source.</a:t>
            </a:r>
          </a:p>
        </p:txBody>
      </p:sp>
      <p:pic>
        <p:nvPicPr>
          <p:cNvPr id="4" name="">
            <a:extLst xmlns:a="http://schemas.openxmlformats.org/drawingml/2006/main">
              <a:ext uri="{FF2B5EF4-FFF2-40B4-BE49-F238E27FC236}">
                <a16:creationId xmlns:a16="http://schemas.microsoft.com/office/drawing/2014/main" id="{9999BD24-1201-410C-A682-508C21B5246E}"/>
              </a:ext>
            </a:extLst>
          </p:cNvPr>
          <p:cNvPicPr>
            <a:picLocks xmlns:a="http://schemas.openxmlformats.org/drawingml/2006/main" noChangeAspect="1"/>
          </p:cNvPicPr>
          <p:nvPr/>
        </p:nvPicPr>
        <p:blipFill>
          <a:blip xmlns:r="http://schemas.openxmlformats.org/officeDocument/2006/relationships" xmlns:a="http://schemas.openxmlformats.org/drawingml/2006/main" r:embed="R25ed54cd28004c6a"/>
          <a:srcRect xmlns:a="http://schemas.openxmlformats.org/drawingml/2006/main" l="0" t="4472" r="0" b="4472"/>
          <a:stretch xmlns:a="http://schemas.openxmlformats.org/drawingml/2006/main">
            <a:fillRect l="0" t="0" r="0" b="0"/>
          </a:stretch>
        </p:blipFill>
        <p:spPr>
          <a:xfrm xmlns:a="http://schemas.openxmlformats.org/drawingml/2006/main">
            <a:off x="685800" y="2190750"/>
            <a:ext cx="7810500" cy="4000500"/>
          </a:xfrm>
          <a:prstGeom xmlns:a="http://schemas.openxmlformats.org/drawingml/2006/main" prst="roundRect">
            <a:avLst>
              <a:gd name="adj" fmla="val 4286"/>
            </a:avLst>
          </a:prstGeom>
        </p:spPr>
      </p:pic>
      <p:sp>
        <p:nvSpPr>
          <p:cNvPr id="5" name="">
            <a:extLst xmlns:a="http://schemas.openxmlformats.org/drawingml/2006/main">
              <a:ext uri="{FF2B5EF4-FFF2-40B4-BE49-F238E27FC236}">
                <a16:creationId xmlns:a16="http://schemas.microsoft.com/office/drawing/2014/main" id="{AC60CA94-CFEB-4EDC-BEBA-93A624974EE4}"/>
              </a:ext>
            </a:extLst>
          </p:cNvPr>
          <p:cNvSpPr>
            <a:spLocks xmlns:a="http://schemas.openxmlformats.org/drawingml/2006/main" noGrp="1"/>
          </p:cNvSpPr>
          <p:nvPr/>
        </p:nvSpPr>
        <p:spPr>
          <a:xfrm xmlns:a="http://schemas.openxmlformats.org/drawingml/2006/main">
            <a:off x="8829675" y="2343150"/>
            <a:ext cx="2667000" cy="28575"/>
          </a:xfrm>
          <a:prstGeom xmlns:a="http://schemas.openxmlformats.org/drawingml/2006/main" prst="rect">
            <a:avLst/>
          </a:prstGeom>
          <a:solidFill xmlns:a="http://schemas.openxmlformats.org/drawingml/2006/main">
            <a:srgbClr val="D6FF4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6B2192E-32BE-46DF-AA04-358019252C1D}"/>
              </a:ext>
            </a:extLst>
          </p:cNvPr>
          <p:cNvSpPr>
            <a:spLocks xmlns:a="http://schemas.openxmlformats.org/drawingml/2006/main" noGrp="1"/>
          </p:cNvSpPr>
          <p:nvPr/>
        </p:nvSpPr>
        <p:spPr>
          <a:xfrm xmlns:a="http://schemas.openxmlformats.org/drawingml/2006/main">
            <a:off x="8839200" y="2600325"/>
            <a:ext cx="2286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7657FF"/>
                </a:solidFill>
                <a:latin typeface="Arial"/>
                <a:ea typeface="Arial"/>
                <a:cs typeface="Arial"/>
              </a:defRPr>
            </a:defPPr>
            <a:lvl1pPr algn="l">
              <a:defRPr sz="975" b="1">
                <a:solidFill>
                  <a:srgbClr val="7657FF"/>
                </a:solidFill>
                <a:latin typeface="Arial"/>
                <a:ea typeface="Arial"/>
                <a:cs typeface="Arial"/>
              </a:defRPr>
            </a:lvl1pPr>
            <a:lvl2pPr algn="l">
              <a:defRPr sz="975" b="1">
                <a:solidFill>
                  <a:srgbClr val="7657FF"/>
                </a:solidFill>
                <a:latin typeface="Arial"/>
                <a:ea typeface="Arial"/>
                <a:cs typeface="Arial"/>
              </a:defRPr>
            </a:lvl2pPr>
            <a:lvl3pPr algn="l">
              <a:defRPr sz="975" b="1">
                <a:solidFill>
                  <a:srgbClr val="7657FF"/>
                </a:solidFill>
                <a:latin typeface="Arial"/>
                <a:ea typeface="Arial"/>
                <a:cs typeface="Arial"/>
              </a:defRPr>
            </a:lvl3pPr>
            <a:lvl4pPr algn="l">
              <a:defRPr sz="975" b="1">
                <a:solidFill>
                  <a:srgbClr val="7657FF"/>
                </a:solidFill>
                <a:latin typeface="Arial"/>
                <a:ea typeface="Arial"/>
                <a:cs typeface="Arial"/>
              </a:defRPr>
            </a:lvl4pPr>
            <a:lvl5pPr algn="l">
              <a:defRPr sz="975" b="1">
                <a:solidFill>
                  <a:srgbClr val="7657FF"/>
                </a:solidFill>
                <a:latin typeface="Arial"/>
                <a:ea typeface="Arial"/>
                <a:cs typeface="Arial"/>
              </a:defRPr>
            </a:lvl5pPr>
            <a:lvl6pPr algn="l">
              <a:defRPr sz="975" b="1">
                <a:solidFill>
                  <a:srgbClr val="7657FF"/>
                </a:solidFill>
                <a:latin typeface="Arial"/>
                <a:ea typeface="Arial"/>
                <a:cs typeface="Arial"/>
              </a:defRPr>
            </a:lvl6pPr>
            <a:lvl7pPr algn="l">
              <a:defRPr sz="975" b="1">
                <a:solidFill>
                  <a:srgbClr val="7657FF"/>
                </a:solidFill>
                <a:latin typeface="Arial"/>
                <a:ea typeface="Arial"/>
                <a:cs typeface="Arial"/>
              </a:defRPr>
            </a:lvl7pPr>
            <a:lvl8pPr algn="l">
              <a:defRPr sz="975" b="1">
                <a:solidFill>
                  <a:srgbClr val="7657FF"/>
                </a:solidFill>
                <a:latin typeface="Arial"/>
                <a:ea typeface="Arial"/>
                <a:cs typeface="Arial"/>
              </a:defRPr>
            </a:lvl8pPr>
            <a:lvl9pPr algn="l">
              <a:defRPr sz="975" b="1">
                <a:solidFill>
                  <a:srgbClr val="7657FF"/>
                </a:solidFill>
                <a:latin typeface="Arial"/>
                <a:ea typeface="Arial"/>
                <a:cs typeface="Arial"/>
              </a:defRPr>
            </a:lvl9pPr>
          </a:lstStyle>
          <a:p xmlns:a="http://schemas.openxmlformats.org/drawingml/2006/main">
            <a:pPr algn="l">
              <a:defRPr sz="975" b="1">
                <a:solidFill>
                  <a:srgbClr val="7657FF"/>
                </a:solidFill>
                <a:latin typeface="Arial"/>
                <a:ea typeface="Arial"/>
                <a:cs typeface="Arial"/>
              </a:defRPr>
            </a:pPr>
            <a:r>
              <a:rPr sz="975" b="1">
                <a:solidFill>
                  <a:srgbClr val="7657FF"/>
                </a:solidFill>
                <a:latin typeface="Arial"/>
                <a:ea typeface="Arial"/>
                <a:cs typeface="Arial"/>
              </a:rPr>
              <a:t>01  DISCOVER</a:t>
            </a:r>
          </a:p>
        </p:txBody>
      </p:sp>
      <p:sp>
        <p:nvSpPr>
          <p:cNvPr id="7" name="">
            <a:extLst xmlns:a="http://schemas.openxmlformats.org/drawingml/2006/main">
              <a:ext uri="{FF2B5EF4-FFF2-40B4-BE49-F238E27FC236}">
                <a16:creationId xmlns:a16="http://schemas.microsoft.com/office/drawing/2014/main" id="{5E19CAC2-2CD6-41B8-B8FA-154FD36FF626}"/>
              </a:ext>
            </a:extLst>
          </p:cNvPr>
          <p:cNvSpPr>
            <a:spLocks xmlns:a="http://schemas.openxmlformats.org/drawingml/2006/main" noGrp="1"/>
          </p:cNvSpPr>
          <p:nvPr/>
        </p:nvSpPr>
        <p:spPr>
          <a:xfrm xmlns:a="http://schemas.openxmlformats.org/drawingml/2006/main">
            <a:off x="8839200" y="2895600"/>
            <a:ext cx="25146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11225"/>
                </a:solidFill>
                <a:latin typeface="Arial"/>
                <a:ea typeface="Arial"/>
                <a:cs typeface="Arial"/>
              </a:defRPr>
            </a:defPPr>
            <a:lvl1pPr algn="l">
              <a:defRPr sz="1800" b="1">
                <a:solidFill>
                  <a:srgbClr val="111225"/>
                </a:solidFill>
                <a:latin typeface="Arial"/>
                <a:ea typeface="Arial"/>
                <a:cs typeface="Arial"/>
              </a:defRPr>
            </a:lvl1pPr>
            <a:lvl2pPr algn="l">
              <a:defRPr sz="1800" b="1">
                <a:solidFill>
                  <a:srgbClr val="111225"/>
                </a:solidFill>
                <a:latin typeface="Arial"/>
                <a:ea typeface="Arial"/>
                <a:cs typeface="Arial"/>
              </a:defRPr>
            </a:lvl2pPr>
            <a:lvl3pPr algn="l">
              <a:defRPr sz="1800" b="1">
                <a:solidFill>
                  <a:srgbClr val="111225"/>
                </a:solidFill>
                <a:latin typeface="Arial"/>
                <a:ea typeface="Arial"/>
                <a:cs typeface="Arial"/>
              </a:defRPr>
            </a:lvl3pPr>
            <a:lvl4pPr algn="l">
              <a:defRPr sz="1800" b="1">
                <a:solidFill>
                  <a:srgbClr val="111225"/>
                </a:solidFill>
                <a:latin typeface="Arial"/>
                <a:ea typeface="Arial"/>
                <a:cs typeface="Arial"/>
              </a:defRPr>
            </a:lvl4pPr>
            <a:lvl5pPr algn="l">
              <a:defRPr sz="1800" b="1">
                <a:solidFill>
                  <a:srgbClr val="111225"/>
                </a:solidFill>
                <a:latin typeface="Arial"/>
                <a:ea typeface="Arial"/>
                <a:cs typeface="Arial"/>
              </a:defRPr>
            </a:lvl5pPr>
            <a:lvl6pPr algn="l">
              <a:defRPr sz="1800" b="1">
                <a:solidFill>
                  <a:srgbClr val="111225"/>
                </a:solidFill>
                <a:latin typeface="Arial"/>
                <a:ea typeface="Arial"/>
                <a:cs typeface="Arial"/>
              </a:defRPr>
            </a:lvl6pPr>
            <a:lvl7pPr algn="l">
              <a:defRPr sz="1800" b="1">
                <a:solidFill>
                  <a:srgbClr val="111225"/>
                </a:solidFill>
                <a:latin typeface="Arial"/>
                <a:ea typeface="Arial"/>
                <a:cs typeface="Arial"/>
              </a:defRPr>
            </a:lvl7pPr>
            <a:lvl8pPr algn="l">
              <a:defRPr sz="1800" b="1">
                <a:solidFill>
                  <a:srgbClr val="111225"/>
                </a:solidFill>
                <a:latin typeface="Arial"/>
                <a:ea typeface="Arial"/>
                <a:cs typeface="Arial"/>
              </a:defRPr>
            </a:lvl8pPr>
            <a:lvl9pPr algn="l">
              <a:defRPr sz="1800" b="1">
                <a:solidFill>
                  <a:srgbClr val="111225"/>
                </a:solidFill>
                <a:latin typeface="Arial"/>
                <a:ea typeface="Arial"/>
                <a:cs typeface="Arial"/>
              </a:defRPr>
            </a:lvl9pPr>
          </a:lstStyle>
          <a:p xmlns:a="http://schemas.openxmlformats.org/drawingml/2006/main">
            <a:pPr algn="l">
              <a:defRPr sz="1800" b="1">
                <a:solidFill>
                  <a:srgbClr val="111225"/>
                </a:solidFill>
                <a:latin typeface="Arial"/>
                <a:ea typeface="Arial"/>
                <a:cs typeface="Arial"/>
              </a:defRPr>
            </a:pPr>
            <a:r>
              <a:rPr sz="1800" b="1">
                <a:solidFill>
                  <a:srgbClr val="111225"/>
                </a:solidFill>
                <a:latin typeface="Arial"/>
                <a:ea typeface="Arial"/>
                <a:cs typeface="Arial"/>
              </a:rPr>
              <a:t>Search results</a:t>
            </a:r>
          </a:p>
          <a:p xmlns:a="http://schemas.openxmlformats.org/drawingml/2006/main">
            <a:pPr algn="l">
              <a:defRPr sz="1800" b="1">
                <a:solidFill>
                  <a:srgbClr val="111225"/>
                </a:solidFill>
                <a:latin typeface="Arial"/>
                <a:ea typeface="Arial"/>
                <a:cs typeface="Arial"/>
              </a:defRPr>
            </a:pPr>
            <a:r>
              <a:rPr sz="1800" b="1">
                <a:solidFill>
                  <a:srgbClr val="111225"/>
                </a:solidFill>
                <a:latin typeface="Arial"/>
                <a:ea typeface="Arial"/>
                <a:cs typeface="Arial"/>
              </a:rPr>
              <a:t>for a founder’s</a:t>
            </a:r>
          </a:p>
          <a:p xmlns:a="http://schemas.openxmlformats.org/drawingml/2006/main">
            <a:pPr algn="l">
              <a:defRPr sz="1800" b="1">
                <a:solidFill>
                  <a:srgbClr val="111225"/>
                </a:solidFill>
                <a:latin typeface="Arial"/>
                <a:ea typeface="Arial"/>
                <a:cs typeface="Arial"/>
              </a:defRPr>
            </a:pPr>
            <a:r>
              <a:rPr sz="1800" b="1">
                <a:solidFill>
                  <a:srgbClr val="111225"/>
                </a:solidFill>
                <a:latin typeface="Arial"/>
                <a:ea typeface="Arial"/>
                <a:cs typeface="Arial"/>
              </a:rPr>
              <a:t>sector and location.</a:t>
            </a:r>
          </a:p>
        </p:txBody>
      </p:sp>
      <p:sp>
        <p:nvSpPr>
          <p:cNvPr id="8" name="">
            <a:extLst xmlns:a="http://schemas.openxmlformats.org/drawingml/2006/main">
              <a:ext uri="{FF2B5EF4-FFF2-40B4-BE49-F238E27FC236}">
                <a16:creationId xmlns:a16="http://schemas.microsoft.com/office/drawing/2014/main" id="{7F98B96C-ED3E-4DCB-8F9A-F79F913E178D}"/>
              </a:ext>
            </a:extLst>
          </p:cNvPr>
          <p:cNvSpPr>
            <a:spLocks xmlns:a="http://schemas.openxmlformats.org/drawingml/2006/main" noGrp="1"/>
          </p:cNvSpPr>
          <p:nvPr/>
        </p:nvSpPr>
        <p:spPr>
          <a:xfrm xmlns:a="http://schemas.openxmlformats.org/drawingml/2006/main">
            <a:off x="8839200" y="4038600"/>
            <a:ext cx="2457450" cy="9525"/>
          </a:xfrm>
          <a:prstGeom xmlns:a="http://schemas.openxmlformats.org/drawingml/2006/main" prst="rect">
            <a:avLst/>
          </a:prstGeom>
          <a:solidFill xmlns:a="http://schemas.openxmlformats.org/drawingml/2006/main">
            <a:srgbClr val="D9D6CE"/>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21905F6-D92E-4370-9284-AC6829195404}"/>
              </a:ext>
            </a:extLst>
          </p:cNvPr>
          <p:cNvSpPr>
            <a:spLocks xmlns:a="http://schemas.openxmlformats.org/drawingml/2006/main" noGrp="1"/>
          </p:cNvSpPr>
          <p:nvPr/>
        </p:nvSpPr>
        <p:spPr>
          <a:xfrm xmlns:a="http://schemas.openxmlformats.org/drawingml/2006/main">
            <a:off x="8839200" y="4257675"/>
            <a:ext cx="2286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7657FF"/>
                </a:solidFill>
                <a:latin typeface="Arial"/>
                <a:ea typeface="Arial"/>
                <a:cs typeface="Arial"/>
              </a:defRPr>
            </a:defPPr>
            <a:lvl1pPr algn="l">
              <a:defRPr sz="975" b="1">
                <a:solidFill>
                  <a:srgbClr val="7657FF"/>
                </a:solidFill>
                <a:latin typeface="Arial"/>
                <a:ea typeface="Arial"/>
                <a:cs typeface="Arial"/>
              </a:defRPr>
            </a:lvl1pPr>
            <a:lvl2pPr algn="l">
              <a:defRPr sz="975" b="1">
                <a:solidFill>
                  <a:srgbClr val="7657FF"/>
                </a:solidFill>
                <a:latin typeface="Arial"/>
                <a:ea typeface="Arial"/>
                <a:cs typeface="Arial"/>
              </a:defRPr>
            </a:lvl2pPr>
            <a:lvl3pPr algn="l">
              <a:defRPr sz="975" b="1">
                <a:solidFill>
                  <a:srgbClr val="7657FF"/>
                </a:solidFill>
                <a:latin typeface="Arial"/>
                <a:ea typeface="Arial"/>
                <a:cs typeface="Arial"/>
              </a:defRPr>
            </a:lvl3pPr>
            <a:lvl4pPr algn="l">
              <a:defRPr sz="975" b="1">
                <a:solidFill>
                  <a:srgbClr val="7657FF"/>
                </a:solidFill>
                <a:latin typeface="Arial"/>
                <a:ea typeface="Arial"/>
                <a:cs typeface="Arial"/>
              </a:defRPr>
            </a:lvl4pPr>
            <a:lvl5pPr algn="l">
              <a:defRPr sz="975" b="1">
                <a:solidFill>
                  <a:srgbClr val="7657FF"/>
                </a:solidFill>
                <a:latin typeface="Arial"/>
                <a:ea typeface="Arial"/>
                <a:cs typeface="Arial"/>
              </a:defRPr>
            </a:lvl5pPr>
            <a:lvl6pPr algn="l">
              <a:defRPr sz="975" b="1">
                <a:solidFill>
                  <a:srgbClr val="7657FF"/>
                </a:solidFill>
                <a:latin typeface="Arial"/>
                <a:ea typeface="Arial"/>
                <a:cs typeface="Arial"/>
              </a:defRPr>
            </a:lvl6pPr>
            <a:lvl7pPr algn="l">
              <a:defRPr sz="975" b="1">
                <a:solidFill>
                  <a:srgbClr val="7657FF"/>
                </a:solidFill>
                <a:latin typeface="Arial"/>
                <a:ea typeface="Arial"/>
                <a:cs typeface="Arial"/>
              </a:defRPr>
            </a:lvl7pPr>
            <a:lvl8pPr algn="l">
              <a:defRPr sz="975" b="1">
                <a:solidFill>
                  <a:srgbClr val="7657FF"/>
                </a:solidFill>
                <a:latin typeface="Arial"/>
                <a:ea typeface="Arial"/>
                <a:cs typeface="Arial"/>
              </a:defRPr>
            </a:lvl8pPr>
            <a:lvl9pPr algn="l">
              <a:defRPr sz="975" b="1">
                <a:solidFill>
                  <a:srgbClr val="7657FF"/>
                </a:solidFill>
                <a:latin typeface="Arial"/>
                <a:ea typeface="Arial"/>
                <a:cs typeface="Arial"/>
              </a:defRPr>
            </a:lvl9pPr>
          </a:lstStyle>
          <a:p xmlns:a="http://schemas.openxmlformats.org/drawingml/2006/main">
            <a:pPr algn="l">
              <a:defRPr sz="975" b="1">
                <a:solidFill>
                  <a:srgbClr val="7657FF"/>
                </a:solidFill>
                <a:latin typeface="Arial"/>
                <a:ea typeface="Arial"/>
                <a:cs typeface="Arial"/>
              </a:defRPr>
            </a:pPr>
            <a:r>
              <a:rPr sz="975" b="1">
                <a:solidFill>
                  <a:srgbClr val="7657FF"/>
                </a:solidFill>
                <a:latin typeface="Arial"/>
                <a:ea typeface="Arial"/>
                <a:cs typeface="Arial"/>
              </a:rPr>
              <a:t>02  UNDERSTAND</a:t>
            </a:r>
          </a:p>
        </p:txBody>
      </p:sp>
      <p:sp>
        <p:nvSpPr>
          <p:cNvPr id="10" name="">
            <a:extLst xmlns:a="http://schemas.openxmlformats.org/drawingml/2006/main">
              <a:ext uri="{FF2B5EF4-FFF2-40B4-BE49-F238E27FC236}">
                <a16:creationId xmlns:a16="http://schemas.microsoft.com/office/drawing/2014/main" id="{FC8C97DC-2ECE-41FB-B3F9-0157E590B932}"/>
              </a:ext>
            </a:extLst>
          </p:cNvPr>
          <p:cNvSpPr>
            <a:spLocks xmlns:a="http://schemas.openxmlformats.org/drawingml/2006/main" noGrp="1"/>
          </p:cNvSpPr>
          <p:nvPr/>
        </p:nvSpPr>
        <p:spPr>
          <a:xfrm xmlns:a="http://schemas.openxmlformats.org/drawingml/2006/main">
            <a:off x="8839200" y="4552950"/>
            <a:ext cx="2476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11225"/>
                </a:solidFill>
                <a:latin typeface="Arial"/>
                <a:ea typeface="Arial"/>
                <a:cs typeface="Arial"/>
              </a:defRPr>
            </a:defPPr>
            <a:lvl1pPr algn="l">
              <a:defRPr sz="1650" b="1">
                <a:solidFill>
                  <a:srgbClr val="111225"/>
                </a:solidFill>
                <a:latin typeface="Arial"/>
                <a:ea typeface="Arial"/>
                <a:cs typeface="Arial"/>
              </a:defRPr>
            </a:lvl1pPr>
            <a:lvl2pPr algn="l">
              <a:defRPr sz="1650" b="1">
                <a:solidFill>
                  <a:srgbClr val="111225"/>
                </a:solidFill>
                <a:latin typeface="Arial"/>
                <a:ea typeface="Arial"/>
                <a:cs typeface="Arial"/>
              </a:defRPr>
            </a:lvl2pPr>
            <a:lvl3pPr algn="l">
              <a:defRPr sz="1650" b="1">
                <a:solidFill>
                  <a:srgbClr val="111225"/>
                </a:solidFill>
                <a:latin typeface="Arial"/>
                <a:ea typeface="Arial"/>
                <a:cs typeface="Arial"/>
              </a:defRPr>
            </a:lvl3pPr>
            <a:lvl4pPr algn="l">
              <a:defRPr sz="1650" b="1">
                <a:solidFill>
                  <a:srgbClr val="111225"/>
                </a:solidFill>
                <a:latin typeface="Arial"/>
                <a:ea typeface="Arial"/>
                <a:cs typeface="Arial"/>
              </a:defRPr>
            </a:lvl4pPr>
            <a:lvl5pPr algn="l">
              <a:defRPr sz="1650" b="1">
                <a:solidFill>
                  <a:srgbClr val="111225"/>
                </a:solidFill>
                <a:latin typeface="Arial"/>
                <a:ea typeface="Arial"/>
                <a:cs typeface="Arial"/>
              </a:defRPr>
            </a:lvl5pPr>
            <a:lvl6pPr algn="l">
              <a:defRPr sz="1650" b="1">
                <a:solidFill>
                  <a:srgbClr val="111225"/>
                </a:solidFill>
                <a:latin typeface="Arial"/>
                <a:ea typeface="Arial"/>
                <a:cs typeface="Arial"/>
              </a:defRPr>
            </a:lvl6pPr>
            <a:lvl7pPr algn="l">
              <a:defRPr sz="1650" b="1">
                <a:solidFill>
                  <a:srgbClr val="111225"/>
                </a:solidFill>
                <a:latin typeface="Arial"/>
                <a:ea typeface="Arial"/>
                <a:cs typeface="Arial"/>
              </a:defRPr>
            </a:lvl7pPr>
            <a:lvl8pPr algn="l">
              <a:defRPr sz="1650" b="1">
                <a:solidFill>
                  <a:srgbClr val="111225"/>
                </a:solidFill>
                <a:latin typeface="Arial"/>
                <a:ea typeface="Arial"/>
                <a:cs typeface="Arial"/>
              </a:defRPr>
            </a:lvl8pPr>
            <a:lvl9pPr algn="l">
              <a:defRPr sz="1650" b="1">
                <a:solidFill>
                  <a:srgbClr val="111225"/>
                </a:solidFill>
                <a:latin typeface="Arial"/>
                <a:ea typeface="Arial"/>
                <a:cs typeface="Arial"/>
              </a:defRPr>
            </a:lvl9pPr>
          </a:lstStyle>
          <a:p xmlns:a="http://schemas.openxmlformats.org/drawingml/2006/main">
            <a:pPr algn="l">
              <a:defRPr sz="1650" b="1">
                <a:solidFill>
                  <a:srgbClr val="111225"/>
                </a:solidFill>
                <a:latin typeface="Arial"/>
                <a:ea typeface="Arial"/>
                <a:cs typeface="Arial"/>
              </a:defRPr>
            </a:pPr>
            <a:r>
              <a:rPr sz="1650" b="1">
                <a:solidFill>
                  <a:srgbClr val="111225"/>
                </a:solidFill>
                <a:latin typeface="Arial"/>
                <a:ea typeface="Arial"/>
                <a:cs typeface="Arial"/>
              </a:rPr>
              <a:t>See the fit signal.</a:t>
            </a:r>
          </a:p>
          <a:p xmlns:a="http://schemas.openxmlformats.org/drawingml/2006/main">
            <a:pPr algn="l">
              <a:defRPr sz="1650" b="1">
                <a:solidFill>
                  <a:srgbClr val="111225"/>
                </a:solidFill>
                <a:latin typeface="Arial"/>
                <a:ea typeface="Arial"/>
                <a:cs typeface="Arial"/>
              </a:defRPr>
            </a:pPr>
            <a:r>
              <a:rPr sz="1650" b="1">
                <a:solidFill>
                  <a:srgbClr val="111225"/>
                </a:solidFill>
                <a:latin typeface="Arial"/>
                <a:ea typeface="Arial"/>
                <a:cs typeface="Arial"/>
              </a:rPr>
              <a:t>Open the source.</a:t>
            </a:r>
          </a:p>
          <a:p xmlns:a="http://schemas.openxmlformats.org/drawingml/2006/main">
            <a:pPr algn="l">
              <a:defRPr sz="1650" b="1">
                <a:solidFill>
                  <a:srgbClr val="111225"/>
                </a:solidFill>
                <a:latin typeface="Arial"/>
                <a:ea typeface="Arial"/>
                <a:cs typeface="Arial"/>
              </a:defRPr>
            </a:pPr>
            <a:r>
              <a:rPr sz="1650" b="1">
                <a:solidFill>
                  <a:srgbClr val="111225"/>
                </a:solidFill>
                <a:latin typeface="Arial"/>
                <a:ea typeface="Arial"/>
                <a:cs typeface="Arial"/>
              </a:rPr>
              <a:t>Decide what to pursue.</a:t>
            </a:r>
          </a:p>
        </p:txBody>
      </p:sp>
      <p:sp>
        <p:nvSpPr>
          <p:cNvPr id="11" name="">
            <a:extLst xmlns:a="http://schemas.openxmlformats.org/drawingml/2006/main">
              <a:ext uri="{FF2B5EF4-FFF2-40B4-BE49-F238E27FC236}">
                <a16:creationId xmlns:a16="http://schemas.microsoft.com/office/drawing/2014/main" id="{24B888B3-5749-4A7B-8B1F-D966AA27275B}"/>
              </a:ext>
            </a:extLst>
          </p:cNvPr>
          <p:cNvSpPr>
            <a:spLocks xmlns:a="http://schemas.openxmlformats.org/drawingml/2006/main" noGrp="1"/>
          </p:cNvSpPr>
          <p:nvPr/>
        </p:nvSpPr>
        <p:spPr>
          <a:xfrm xmlns:a="http://schemas.openxmlformats.org/drawingml/2006/main">
            <a:off x="704850" y="6229350"/>
            <a:ext cx="7810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68697C"/>
                </a:solidFill>
                <a:latin typeface="Arial"/>
                <a:ea typeface="Arial"/>
                <a:cs typeface="Arial"/>
              </a:defRPr>
            </a:defPPr>
            <a:lvl1pPr algn="l">
              <a:defRPr sz="825" b="1">
                <a:solidFill>
                  <a:srgbClr val="68697C"/>
                </a:solidFill>
                <a:latin typeface="Arial"/>
                <a:ea typeface="Arial"/>
                <a:cs typeface="Arial"/>
              </a:defRPr>
            </a:lvl1pPr>
            <a:lvl2pPr algn="l">
              <a:defRPr sz="825" b="1">
                <a:solidFill>
                  <a:srgbClr val="68697C"/>
                </a:solidFill>
                <a:latin typeface="Arial"/>
                <a:ea typeface="Arial"/>
                <a:cs typeface="Arial"/>
              </a:defRPr>
            </a:lvl2pPr>
            <a:lvl3pPr algn="l">
              <a:defRPr sz="825" b="1">
                <a:solidFill>
                  <a:srgbClr val="68697C"/>
                </a:solidFill>
                <a:latin typeface="Arial"/>
                <a:ea typeface="Arial"/>
                <a:cs typeface="Arial"/>
              </a:defRPr>
            </a:lvl3pPr>
            <a:lvl4pPr algn="l">
              <a:defRPr sz="825" b="1">
                <a:solidFill>
                  <a:srgbClr val="68697C"/>
                </a:solidFill>
                <a:latin typeface="Arial"/>
                <a:ea typeface="Arial"/>
                <a:cs typeface="Arial"/>
              </a:defRPr>
            </a:lvl4pPr>
            <a:lvl5pPr algn="l">
              <a:defRPr sz="825" b="1">
                <a:solidFill>
                  <a:srgbClr val="68697C"/>
                </a:solidFill>
                <a:latin typeface="Arial"/>
                <a:ea typeface="Arial"/>
                <a:cs typeface="Arial"/>
              </a:defRPr>
            </a:lvl5pPr>
            <a:lvl6pPr algn="l">
              <a:defRPr sz="825" b="1">
                <a:solidFill>
                  <a:srgbClr val="68697C"/>
                </a:solidFill>
                <a:latin typeface="Arial"/>
                <a:ea typeface="Arial"/>
                <a:cs typeface="Arial"/>
              </a:defRPr>
            </a:lvl6pPr>
            <a:lvl7pPr algn="l">
              <a:defRPr sz="825" b="1">
                <a:solidFill>
                  <a:srgbClr val="68697C"/>
                </a:solidFill>
                <a:latin typeface="Arial"/>
                <a:ea typeface="Arial"/>
                <a:cs typeface="Arial"/>
              </a:defRPr>
            </a:lvl7pPr>
            <a:lvl8pPr algn="l">
              <a:defRPr sz="825" b="1">
                <a:solidFill>
                  <a:srgbClr val="68697C"/>
                </a:solidFill>
                <a:latin typeface="Arial"/>
                <a:ea typeface="Arial"/>
                <a:cs typeface="Arial"/>
              </a:defRPr>
            </a:lvl8pPr>
            <a:lvl9pPr algn="l">
              <a:defRPr sz="825" b="1">
                <a:solidFill>
                  <a:srgbClr val="68697C"/>
                </a:solidFill>
                <a:latin typeface="Arial"/>
                <a:ea typeface="Arial"/>
                <a:cs typeface="Arial"/>
              </a:defRPr>
            </a:lvl9pPr>
          </a:lstStyle>
          <a:p xmlns:a="http://schemas.openxmlformats.org/drawingml/2006/main">
            <a:pPr algn="l">
              <a:defRPr sz="825" b="1">
                <a:solidFill>
                  <a:srgbClr val="68697C"/>
                </a:solidFill>
                <a:latin typeface="Arial"/>
                <a:ea typeface="Arial"/>
                <a:cs typeface="Arial"/>
              </a:defRPr>
            </a:pPr>
            <a:r>
              <a:rPr sz="825" b="1">
                <a:solidFill>
                  <a:srgbClr val="68697C"/>
                </a:solidFill>
                <a:latin typeface="Arial"/>
                <a:ea typeface="Arial"/>
                <a:cs typeface="Arial"/>
              </a:rPr>
              <a:t>DEMO DATA IS ILLUSTRATIVE — NOT VERIFIED GRANT LISTINGS</a:t>
            </a:r>
          </a:p>
        </p:txBody>
      </p:sp>
      <p:sp>
        <p:nvSpPr>
          <p:cNvPr id="12" name="">
            <a:extLst xmlns:a="http://schemas.openxmlformats.org/drawingml/2006/main">
              <a:ext uri="{FF2B5EF4-FFF2-40B4-BE49-F238E27FC236}">
                <a16:creationId xmlns:a16="http://schemas.microsoft.com/office/drawing/2014/main" id="{EA564EEB-E8E1-4F8F-BD4A-8E084951FB0A}"/>
              </a:ext>
            </a:extLst>
          </p:cNvPr>
          <p:cNvSpPr>
            <a:spLocks xmlns:a="http://schemas.openxmlformats.org/drawingml/2006/main" noGrp="1"/>
          </p:cNvSpPr>
          <p:nvPr/>
        </p:nvSpPr>
        <p:spPr>
          <a:xfrm xmlns:a="http://schemas.openxmlformats.org/drawingml/2006/main">
            <a:off x="685800" y="64865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68697C"/>
                </a:solidFill>
                <a:latin typeface="Arial"/>
                <a:ea typeface="Arial"/>
                <a:cs typeface="Arial"/>
              </a:defRPr>
            </a:defPPr>
            <a:lvl1pPr algn="l">
              <a:defRPr sz="900" b="1">
                <a:solidFill>
                  <a:srgbClr val="68697C"/>
                </a:solidFill>
                <a:latin typeface="Arial"/>
                <a:ea typeface="Arial"/>
                <a:cs typeface="Arial"/>
              </a:defRPr>
            </a:lvl1pPr>
            <a:lvl2pPr algn="l">
              <a:defRPr sz="900" b="1">
                <a:solidFill>
                  <a:srgbClr val="68697C"/>
                </a:solidFill>
                <a:latin typeface="Arial"/>
                <a:ea typeface="Arial"/>
                <a:cs typeface="Arial"/>
              </a:defRPr>
            </a:lvl2pPr>
            <a:lvl3pPr algn="l">
              <a:defRPr sz="900" b="1">
                <a:solidFill>
                  <a:srgbClr val="68697C"/>
                </a:solidFill>
                <a:latin typeface="Arial"/>
                <a:ea typeface="Arial"/>
                <a:cs typeface="Arial"/>
              </a:defRPr>
            </a:lvl3pPr>
            <a:lvl4pPr algn="l">
              <a:defRPr sz="900" b="1">
                <a:solidFill>
                  <a:srgbClr val="68697C"/>
                </a:solidFill>
                <a:latin typeface="Arial"/>
                <a:ea typeface="Arial"/>
                <a:cs typeface="Arial"/>
              </a:defRPr>
            </a:lvl4pPr>
            <a:lvl5pPr algn="l">
              <a:defRPr sz="900" b="1">
                <a:solidFill>
                  <a:srgbClr val="68697C"/>
                </a:solidFill>
                <a:latin typeface="Arial"/>
                <a:ea typeface="Arial"/>
                <a:cs typeface="Arial"/>
              </a:defRPr>
            </a:lvl5pPr>
            <a:lvl6pPr algn="l">
              <a:defRPr sz="900" b="1">
                <a:solidFill>
                  <a:srgbClr val="68697C"/>
                </a:solidFill>
                <a:latin typeface="Arial"/>
                <a:ea typeface="Arial"/>
                <a:cs typeface="Arial"/>
              </a:defRPr>
            </a:lvl6pPr>
            <a:lvl7pPr algn="l">
              <a:defRPr sz="900" b="1">
                <a:solidFill>
                  <a:srgbClr val="68697C"/>
                </a:solidFill>
                <a:latin typeface="Arial"/>
                <a:ea typeface="Arial"/>
                <a:cs typeface="Arial"/>
              </a:defRPr>
            </a:lvl7pPr>
            <a:lvl8pPr algn="l">
              <a:defRPr sz="900" b="1">
                <a:solidFill>
                  <a:srgbClr val="68697C"/>
                </a:solidFill>
                <a:latin typeface="Arial"/>
                <a:ea typeface="Arial"/>
                <a:cs typeface="Arial"/>
              </a:defRPr>
            </a:lvl8pPr>
            <a:lvl9pPr algn="l">
              <a:defRPr sz="900" b="1">
                <a:solidFill>
                  <a:srgbClr val="68697C"/>
                </a:solidFill>
                <a:latin typeface="Arial"/>
                <a:ea typeface="Arial"/>
                <a:cs typeface="Arial"/>
              </a:defRPr>
            </a:lvl9pPr>
          </a:lstStyle>
          <a:p xmlns:a="http://schemas.openxmlformats.org/drawingml/2006/main">
            <a:pPr algn="l">
              <a:defRPr sz="900" b="1">
                <a:solidFill>
                  <a:srgbClr val="68697C"/>
                </a:solidFill>
                <a:latin typeface="Arial"/>
                <a:ea typeface="Arial"/>
                <a:cs typeface="Arial"/>
              </a:defRPr>
            </a:pPr>
            <a:r>
              <a:rPr sz="900" b="1">
                <a:solidFill>
                  <a:srgbClr val="68697C"/>
                </a:solidFill>
                <a:latin typeface="Arial"/>
                <a:ea typeface="Arial"/>
                <a:cs typeface="Arial"/>
              </a:rPr>
              <a:t>AUTOGRANT  /  AZINHACK 2026</a:t>
            </a:r>
          </a:p>
        </p:txBody>
      </p:sp>
      <p:sp>
        <p:nvSpPr>
          <p:cNvPr id="13" name="">
            <a:extLst xmlns:a="http://schemas.openxmlformats.org/drawingml/2006/main">
              <a:ext uri="{FF2B5EF4-FFF2-40B4-BE49-F238E27FC236}">
                <a16:creationId xmlns:a16="http://schemas.microsoft.com/office/drawing/2014/main" id="{A1F397FD-E8BC-4B71-A26D-CB61CB1A8018}"/>
              </a:ext>
            </a:extLst>
          </p:cNvPr>
          <p:cNvSpPr>
            <a:spLocks xmlns:a="http://schemas.openxmlformats.org/drawingml/2006/main" noGrp="1"/>
          </p:cNvSpPr>
          <p:nvPr/>
        </p:nvSpPr>
        <p:spPr>
          <a:xfrm xmlns:a="http://schemas.openxmlformats.org/drawingml/2006/main">
            <a:off x="10668000" y="6486525"/>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68697C"/>
                </a:solidFill>
                <a:latin typeface="Arial"/>
                <a:ea typeface="Arial"/>
                <a:cs typeface="Arial"/>
              </a:defRPr>
            </a:defPPr>
            <a:lvl1pPr algn="r">
              <a:defRPr sz="900" b="1">
                <a:solidFill>
                  <a:srgbClr val="68697C"/>
                </a:solidFill>
                <a:latin typeface="Arial"/>
                <a:ea typeface="Arial"/>
                <a:cs typeface="Arial"/>
              </a:defRPr>
            </a:lvl1pPr>
            <a:lvl2pPr algn="r">
              <a:defRPr sz="900" b="1">
                <a:solidFill>
                  <a:srgbClr val="68697C"/>
                </a:solidFill>
                <a:latin typeface="Arial"/>
                <a:ea typeface="Arial"/>
                <a:cs typeface="Arial"/>
              </a:defRPr>
            </a:lvl2pPr>
            <a:lvl3pPr algn="r">
              <a:defRPr sz="900" b="1">
                <a:solidFill>
                  <a:srgbClr val="68697C"/>
                </a:solidFill>
                <a:latin typeface="Arial"/>
                <a:ea typeface="Arial"/>
                <a:cs typeface="Arial"/>
              </a:defRPr>
            </a:lvl3pPr>
            <a:lvl4pPr algn="r">
              <a:defRPr sz="900" b="1">
                <a:solidFill>
                  <a:srgbClr val="68697C"/>
                </a:solidFill>
                <a:latin typeface="Arial"/>
                <a:ea typeface="Arial"/>
                <a:cs typeface="Arial"/>
              </a:defRPr>
            </a:lvl4pPr>
            <a:lvl5pPr algn="r">
              <a:defRPr sz="900" b="1">
                <a:solidFill>
                  <a:srgbClr val="68697C"/>
                </a:solidFill>
                <a:latin typeface="Arial"/>
                <a:ea typeface="Arial"/>
                <a:cs typeface="Arial"/>
              </a:defRPr>
            </a:lvl5pPr>
            <a:lvl6pPr algn="r">
              <a:defRPr sz="900" b="1">
                <a:solidFill>
                  <a:srgbClr val="68697C"/>
                </a:solidFill>
                <a:latin typeface="Arial"/>
                <a:ea typeface="Arial"/>
                <a:cs typeface="Arial"/>
              </a:defRPr>
            </a:lvl6pPr>
            <a:lvl7pPr algn="r">
              <a:defRPr sz="900" b="1">
                <a:solidFill>
                  <a:srgbClr val="68697C"/>
                </a:solidFill>
                <a:latin typeface="Arial"/>
                <a:ea typeface="Arial"/>
                <a:cs typeface="Arial"/>
              </a:defRPr>
            </a:lvl7pPr>
            <a:lvl8pPr algn="r">
              <a:defRPr sz="900" b="1">
                <a:solidFill>
                  <a:srgbClr val="68697C"/>
                </a:solidFill>
                <a:latin typeface="Arial"/>
                <a:ea typeface="Arial"/>
                <a:cs typeface="Arial"/>
              </a:defRPr>
            </a:lvl8pPr>
            <a:lvl9pPr algn="r">
              <a:defRPr sz="900" b="1">
                <a:solidFill>
                  <a:srgbClr val="68697C"/>
                </a:solidFill>
                <a:latin typeface="Arial"/>
                <a:ea typeface="Arial"/>
                <a:cs typeface="Arial"/>
              </a:defRPr>
            </a:lvl9pPr>
          </a:lstStyle>
          <a:p xmlns:a="http://schemas.openxmlformats.org/drawingml/2006/main">
            <a:pPr algn="r">
              <a:defRPr sz="900" b="1">
                <a:solidFill>
                  <a:srgbClr val="68697C"/>
                </a:solidFill>
                <a:latin typeface="Arial"/>
                <a:ea typeface="Arial"/>
                <a:cs typeface="Arial"/>
              </a:defRPr>
            </a:pPr>
            <a:r>
              <a:rPr sz="900" b="1">
                <a:solidFill>
                  <a:srgbClr val="68697C"/>
                </a:solidFill>
                <a:latin typeface="Arial"/>
                <a:ea typeface="Arial"/>
                <a:cs typeface="Arial"/>
              </a:rPr>
              <a:t>04 / 08</a:t>
            </a:r>
          </a:p>
        </p:txBody>
      </p:sp>
    </p:spTree>
    <p:extLst>
      <p:ext uri="{BB962C8B-B14F-4D97-AF65-F5344CB8AC3E}">
        <p14:creationId xmlns:p14="http://schemas.microsoft.com/office/powerpoint/2010/main" val="54489582"/>
      </p:ext>
    </p:extLst>
  </p:cSld>
</p:sld>
</file>

<file path=ppt/slides/slide5.xml><?xml version="1.0" encoding="utf-8"?>
<p:sld xmlns:p="http://schemas.openxmlformats.org/presentationml/2006/main">
  <p:cSld>
    <p:bg>
      <p:bgPr>
        <a:solidFill xmlns:a="http://schemas.openxmlformats.org/drawingml/2006/main">
          <a:srgbClr val="D6FF4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92DB9C36-3695-411C-B912-FB252B891B18}"/>
              </a:ext>
            </a:extLst>
          </p:cNvPr>
          <p:cNvSpPr>
            <a:spLocks xmlns:a="http://schemas.openxmlformats.org/drawingml/2006/main" noGrp="1"/>
          </p:cNvSpPr>
          <p:nvPr/>
        </p:nvSpPr>
        <p:spPr>
          <a:xfrm xmlns:a="http://schemas.openxmlformats.org/drawingml/2006/main">
            <a:off x="685800" y="45720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7657FF"/>
                </a:solidFill>
                <a:latin typeface="Arial"/>
                <a:ea typeface="Arial"/>
                <a:cs typeface="Arial"/>
              </a:defRPr>
            </a:defPPr>
            <a:lvl1pPr algn="l">
              <a:defRPr sz="975" b="1">
                <a:solidFill>
                  <a:srgbClr val="7657FF"/>
                </a:solidFill>
                <a:latin typeface="Arial"/>
                <a:ea typeface="Arial"/>
                <a:cs typeface="Arial"/>
              </a:defRPr>
            </a:lvl1pPr>
            <a:lvl2pPr algn="l">
              <a:defRPr sz="975" b="1">
                <a:solidFill>
                  <a:srgbClr val="7657FF"/>
                </a:solidFill>
                <a:latin typeface="Arial"/>
                <a:ea typeface="Arial"/>
                <a:cs typeface="Arial"/>
              </a:defRPr>
            </a:lvl2pPr>
            <a:lvl3pPr algn="l">
              <a:defRPr sz="975" b="1">
                <a:solidFill>
                  <a:srgbClr val="7657FF"/>
                </a:solidFill>
                <a:latin typeface="Arial"/>
                <a:ea typeface="Arial"/>
                <a:cs typeface="Arial"/>
              </a:defRPr>
            </a:lvl3pPr>
            <a:lvl4pPr algn="l">
              <a:defRPr sz="975" b="1">
                <a:solidFill>
                  <a:srgbClr val="7657FF"/>
                </a:solidFill>
                <a:latin typeface="Arial"/>
                <a:ea typeface="Arial"/>
                <a:cs typeface="Arial"/>
              </a:defRPr>
            </a:lvl4pPr>
            <a:lvl5pPr algn="l">
              <a:defRPr sz="975" b="1">
                <a:solidFill>
                  <a:srgbClr val="7657FF"/>
                </a:solidFill>
                <a:latin typeface="Arial"/>
                <a:ea typeface="Arial"/>
                <a:cs typeface="Arial"/>
              </a:defRPr>
            </a:lvl5pPr>
            <a:lvl6pPr algn="l">
              <a:defRPr sz="975" b="1">
                <a:solidFill>
                  <a:srgbClr val="7657FF"/>
                </a:solidFill>
                <a:latin typeface="Arial"/>
                <a:ea typeface="Arial"/>
                <a:cs typeface="Arial"/>
              </a:defRPr>
            </a:lvl6pPr>
            <a:lvl7pPr algn="l">
              <a:defRPr sz="975" b="1">
                <a:solidFill>
                  <a:srgbClr val="7657FF"/>
                </a:solidFill>
                <a:latin typeface="Arial"/>
                <a:ea typeface="Arial"/>
                <a:cs typeface="Arial"/>
              </a:defRPr>
            </a:lvl7pPr>
            <a:lvl8pPr algn="l">
              <a:defRPr sz="975" b="1">
                <a:solidFill>
                  <a:srgbClr val="7657FF"/>
                </a:solidFill>
                <a:latin typeface="Arial"/>
                <a:ea typeface="Arial"/>
                <a:cs typeface="Arial"/>
              </a:defRPr>
            </a:lvl8pPr>
            <a:lvl9pPr algn="l">
              <a:defRPr sz="975" b="1">
                <a:solidFill>
                  <a:srgbClr val="7657FF"/>
                </a:solidFill>
                <a:latin typeface="Arial"/>
                <a:ea typeface="Arial"/>
                <a:cs typeface="Arial"/>
              </a:defRPr>
            </a:lvl9pPr>
          </a:lstStyle>
          <a:p xmlns:a="http://schemas.openxmlformats.org/drawingml/2006/main">
            <a:pPr algn="l">
              <a:defRPr sz="975" b="1">
                <a:solidFill>
                  <a:srgbClr val="7657FF"/>
                </a:solidFill>
                <a:latin typeface="Arial"/>
                <a:ea typeface="Arial"/>
                <a:cs typeface="Arial"/>
              </a:defRPr>
            </a:pPr>
            <a:r>
              <a:rPr sz="975" b="1">
                <a:solidFill>
                  <a:srgbClr val="7657FF"/>
                </a:solidFill>
                <a:latin typeface="Arial"/>
                <a:ea typeface="Arial"/>
                <a:cs typeface="Arial"/>
              </a:rPr>
              <a:t>FOUNDER JOURNEY</a:t>
            </a:r>
          </a:p>
        </p:txBody>
      </p:sp>
      <p:sp>
        <p:nvSpPr>
          <p:cNvPr id="2" name="">
            <a:extLst xmlns:a="http://schemas.openxmlformats.org/drawingml/2006/main">
              <a:ext uri="{FF2B5EF4-FFF2-40B4-BE49-F238E27FC236}">
                <a16:creationId xmlns:a16="http://schemas.microsoft.com/office/drawing/2014/main" id="{5F632DDE-18FB-4FEB-AC8C-FF91995E380B}"/>
              </a:ext>
            </a:extLst>
          </p:cNvPr>
          <p:cNvSpPr>
            <a:spLocks xmlns:a="http://schemas.openxmlformats.org/drawingml/2006/main" noGrp="1"/>
          </p:cNvSpPr>
          <p:nvPr/>
        </p:nvSpPr>
        <p:spPr>
          <a:xfrm xmlns:a="http://schemas.openxmlformats.org/drawingml/2006/main">
            <a:off x="685800" y="857250"/>
            <a:ext cx="1066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11225"/>
                </a:solidFill>
                <a:latin typeface="Arial"/>
                <a:ea typeface="Arial"/>
                <a:cs typeface="Arial"/>
              </a:defRPr>
            </a:defPPr>
            <a:lvl1pPr algn="l">
              <a:defRPr sz="2925" b="1">
                <a:solidFill>
                  <a:srgbClr val="111225"/>
                </a:solidFill>
                <a:latin typeface="Arial"/>
                <a:ea typeface="Arial"/>
                <a:cs typeface="Arial"/>
              </a:defRPr>
            </a:lvl1pPr>
            <a:lvl2pPr algn="l">
              <a:defRPr sz="2925" b="1">
                <a:solidFill>
                  <a:srgbClr val="111225"/>
                </a:solidFill>
                <a:latin typeface="Arial"/>
                <a:ea typeface="Arial"/>
                <a:cs typeface="Arial"/>
              </a:defRPr>
            </a:lvl2pPr>
            <a:lvl3pPr algn="l">
              <a:defRPr sz="2925" b="1">
                <a:solidFill>
                  <a:srgbClr val="111225"/>
                </a:solidFill>
                <a:latin typeface="Arial"/>
                <a:ea typeface="Arial"/>
                <a:cs typeface="Arial"/>
              </a:defRPr>
            </a:lvl3pPr>
            <a:lvl4pPr algn="l">
              <a:defRPr sz="2925" b="1">
                <a:solidFill>
                  <a:srgbClr val="111225"/>
                </a:solidFill>
                <a:latin typeface="Arial"/>
                <a:ea typeface="Arial"/>
                <a:cs typeface="Arial"/>
              </a:defRPr>
            </a:lvl4pPr>
            <a:lvl5pPr algn="l">
              <a:defRPr sz="2925" b="1">
                <a:solidFill>
                  <a:srgbClr val="111225"/>
                </a:solidFill>
                <a:latin typeface="Arial"/>
                <a:ea typeface="Arial"/>
                <a:cs typeface="Arial"/>
              </a:defRPr>
            </a:lvl5pPr>
            <a:lvl6pPr algn="l">
              <a:defRPr sz="2925" b="1">
                <a:solidFill>
                  <a:srgbClr val="111225"/>
                </a:solidFill>
                <a:latin typeface="Arial"/>
                <a:ea typeface="Arial"/>
                <a:cs typeface="Arial"/>
              </a:defRPr>
            </a:lvl6pPr>
            <a:lvl7pPr algn="l">
              <a:defRPr sz="2925" b="1">
                <a:solidFill>
                  <a:srgbClr val="111225"/>
                </a:solidFill>
                <a:latin typeface="Arial"/>
                <a:ea typeface="Arial"/>
                <a:cs typeface="Arial"/>
              </a:defRPr>
            </a:lvl7pPr>
            <a:lvl8pPr algn="l">
              <a:defRPr sz="2925" b="1">
                <a:solidFill>
                  <a:srgbClr val="111225"/>
                </a:solidFill>
                <a:latin typeface="Arial"/>
                <a:ea typeface="Arial"/>
                <a:cs typeface="Arial"/>
              </a:defRPr>
            </a:lvl8pPr>
            <a:lvl9pPr algn="l">
              <a:defRPr sz="2925" b="1">
                <a:solidFill>
                  <a:srgbClr val="111225"/>
                </a:solidFill>
                <a:latin typeface="Arial"/>
                <a:ea typeface="Arial"/>
                <a:cs typeface="Arial"/>
              </a:defRPr>
            </a:lvl9pPr>
          </a:lstStyle>
          <a:p xmlns:a="http://schemas.openxmlformats.org/drawingml/2006/main">
            <a:pPr algn="l">
              <a:defRPr sz="2925" b="1">
                <a:solidFill>
                  <a:srgbClr val="111225"/>
                </a:solidFill>
                <a:latin typeface="Arial"/>
                <a:ea typeface="Arial"/>
                <a:cs typeface="Arial"/>
              </a:defRPr>
            </a:pPr>
            <a:r>
              <a:rPr sz="2925" b="1">
                <a:solidFill>
                  <a:srgbClr val="111225"/>
                </a:solidFill>
                <a:latin typeface="Arial"/>
                <a:ea typeface="Arial"/>
                <a:cs typeface="Arial"/>
              </a:rPr>
              <a:t>AI preps the work. The founder holds the pen.</a:t>
            </a:r>
          </a:p>
        </p:txBody>
      </p:sp>
      <p:sp>
        <p:nvSpPr>
          <p:cNvPr id="3" name="">
            <a:extLst xmlns:a="http://schemas.openxmlformats.org/drawingml/2006/main">
              <a:ext uri="{FF2B5EF4-FFF2-40B4-BE49-F238E27FC236}">
                <a16:creationId xmlns:a16="http://schemas.microsoft.com/office/drawing/2014/main" id="{C5889FB0-66CB-40F7-9163-DC042DC7004E}"/>
              </a:ext>
            </a:extLst>
          </p:cNvPr>
          <p:cNvSpPr>
            <a:spLocks xmlns:a="http://schemas.openxmlformats.org/drawingml/2006/main" noGrp="1"/>
          </p:cNvSpPr>
          <p:nvPr/>
        </p:nvSpPr>
        <p:spPr>
          <a:xfrm xmlns:a="http://schemas.openxmlformats.org/drawingml/2006/main">
            <a:off x="742950" y="25431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7657FF"/>
                </a:solidFill>
                <a:latin typeface="Arial"/>
                <a:ea typeface="Arial"/>
                <a:cs typeface="Arial"/>
              </a:defRPr>
            </a:defPPr>
            <a:lvl1pPr algn="l">
              <a:defRPr sz="1200" b="1">
                <a:solidFill>
                  <a:srgbClr val="7657FF"/>
                </a:solidFill>
                <a:latin typeface="Arial"/>
                <a:ea typeface="Arial"/>
                <a:cs typeface="Arial"/>
              </a:defRPr>
            </a:lvl1pPr>
            <a:lvl2pPr algn="l">
              <a:defRPr sz="1200" b="1">
                <a:solidFill>
                  <a:srgbClr val="7657FF"/>
                </a:solidFill>
                <a:latin typeface="Arial"/>
                <a:ea typeface="Arial"/>
                <a:cs typeface="Arial"/>
              </a:defRPr>
            </a:lvl2pPr>
            <a:lvl3pPr algn="l">
              <a:defRPr sz="1200" b="1">
                <a:solidFill>
                  <a:srgbClr val="7657FF"/>
                </a:solidFill>
                <a:latin typeface="Arial"/>
                <a:ea typeface="Arial"/>
                <a:cs typeface="Arial"/>
              </a:defRPr>
            </a:lvl3pPr>
            <a:lvl4pPr algn="l">
              <a:defRPr sz="1200" b="1">
                <a:solidFill>
                  <a:srgbClr val="7657FF"/>
                </a:solidFill>
                <a:latin typeface="Arial"/>
                <a:ea typeface="Arial"/>
                <a:cs typeface="Arial"/>
              </a:defRPr>
            </a:lvl4pPr>
            <a:lvl5pPr algn="l">
              <a:defRPr sz="1200" b="1">
                <a:solidFill>
                  <a:srgbClr val="7657FF"/>
                </a:solidFill>
                <a:latin typeface="Arial"/>
                <a:ea typeface="Arial"/>
                <a:cs typeface="Arial"/>
              </a:defRPr>
            </a:lvl5pPr>
            <a:lvl6pPr algn="l">
              <a:defRPr sz="1200" b="1">
                <a:solidFill>
                  <a:srgbClr val="7657FF"/>
                </a:solidFill>
                <a:latin typeface="Arial"/>
                <a:ea typeface="Arial"/>
                <a:cs typeface="Arial"/>
              </a:defRPr>
            </a:lvl6pPr>
            <a:lvl7pPr algn="l">
              <a:defRPr sz="1200" b="1">
                <a:solidFill>
                  <a:srgbClr val="7657FF"/>
                </a:solidFill>
                <a:latin typeface="Arial"/>
                <a:ea typeface="Arial"/>
                <a:cs typeface="Arial"/>
              </a:defRPr>
            </a:lvl7pPr>
            <a:lvl8pPr algn="l">
              <a:defRPr sz="1200" b="1">
                <a:solidFill>
                  <a:srgbClr val="7657FF"/>
                </a:solidFill>
                <a:latin typeface="Arial"/>
                <a:ea typeface="Arial"/>
                <a:cs typeface="Arial"/>
              </a:defRPr>
            </a:lvl8pPr>
            <a:lvl9pPr algn="l">
              <a:defRPr sz="1200" b="1">
                <a:solidFill>
                  <a:srgbClr val="7657FF"/>
                </a:solidFill>
                <a:latin typeface="Arial"/>
                <a:ea typeface="Arial"/>
                <a:cs typeface="Arial"/>
              </a:defRPr>
            </a:lvl9pPr>
          </a:lstStyle>
          <a:p xmlns:a="http://schemas.openxmlformats.org/drawingml/2006/main">
            <a:pPr algn="l">
              <a:defRPr sz="1200" b="1">
                <a:solidFill>
                  <a:srgbClr val="7657FF"/>
                </a:solidFill>
                <a:latin typeface="Arial"/>
                <a:ea typeface="Arial"/>
                <a:cs typeface="Arial"/>
              </a:defRPr>
            </a:pPr>
            <a:r>
              <a:rPr sz="1200" b="1">
                <a:solidFill>
                  <a:srgbClr val="7657FF"/>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A249BCDA-3B78-4BD5-B572-145FC43CB2FB}"/>
              </a:ext>
            </a:extLst>
          </p:cNvPr>
          <p:cNvSpPr>
            <a:spLocks xmlns:a="http://schemas.openxmlformats.org/drawingml/2006/main" noGrp="1"/>
          </p:cNvSpPr>
          <p:nvPr/>
        </p:nvSpPr>
        <p:spPr>
          <a:xfrm xmlns:a="http://schemas.openxmlformats.org/drawingml/2006/main">
            <a:off x="742950" y="3038475"/>
            <a:ext cx="1943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11225"/>
                </a:solidFill>
                <a:latin typeface="Arial"/>
                <a:ea typeface="Arial"/>
                <a:cs typeface="Arial"/>
              </a:defRPr>
            </a:defPPr>
            <a:lvl1pPr algn="l">
              <a:defRPr sz="1725" b="1">
                <a:solidFill>
                  <a:srgbClr val="111225"/>
                </a:solidFill>
                <a:latin typeface="Arial"/>
                <a:ea typeface="Arial"/>
                <a:cs typeface="Arial"/>
              </a:defRPr>
            </a:lvl1pPr>
            <a:lvl2pPr algn="l">
              <a:defRPr sz="1725" b="1">
                <a:solidFill>
                  <a:srgbClr val="111225"/>
                </a:solidFill>
                <a:latin typeface="Arial"/>
                <a:ea typeface="Arial"/>
                <a:cs typeface="Arial"/>
              </a:defRPr>
            </a:lvl2pPr>
            <a:lvl3pPr algn="l">
              <a:defRPr sz="1725" b="1">
                <a:solidFill>
                  <a:srgbClr val="111225"/>
                </a:solidFill>
                <a:latin typeface="Arial"/>
                <a:ea typeface="Arial"/>
                <a:cs typeface="Arial"/>
              </a:defRPr>
            </a:lvl3pPr>
            <a:lvl4pPr algn="l">
              <a:defRPr sz="1725" b="1">
                <a:solidFill>
                  <a:srgbClr val="111225"/>
                </a:solidFill>
                <a:latin typeface="Arial"/>
                <a:ea typeface="Arial"/>
                <a:cs typeface="Arial"/>
              </a:defRPr>
            </a:lvl4pPr>
            <a:lvl5pPr algn="l">
              <a:defRPr sz="1725" b="1">
                <a:solidFill>
                  <a:srgbClr val="111225"/>
                </a:solidFill>
                <a:latin typeface="Arial"/>
                <a:ea typeface="Arial"/>
                <a:cs typeface="Arial"/>
              </a:defRPr>
            </a:lvl5pPr>
            <a:lvl6pPr algn="l">
              <a:defRPr sz="1725" b="1">
                <a:solidFill>
                  <a:srgbClr val="111225"/>
                </a:solidFill>
                <a:latin typeface="Arial"/>
                <a:ea typeface="Arial"/>
                <a:cs typeface="Arial"/>
              </a:defRPr>
            </a:lvl6pPr>
            <a:lvl7pPr algn="l">
              <a:defRPr sz="1725" b="1">
                <a:solidFill>
                  <a:srgbClr val="111225"/>
                </a:solidFill>
                <a:latin typeface="Arial"/>
                <a:ea typeface="Arial"/>
                <a:cs typeface="Arial"/>
              </a:defRPr>
            </a:lvl7pPr>
            <a:lvl8pPr algn="l">
              <a:defRPr sz="1725" b="1">
                <a:solidFill>
                  <a:srgbClr val="111225"/>
                </a:solidFill>
                <a:latin typeface="Arial"/>
                <a:ea typeface="Arial"/>
                <a:cs typeface="Arial"/>
              </a:defRPr>
            </a:lvl8pPr>
            <a:lvl9pPr algn="l">
              <a:defRPr sz="1725" b="1">
                <a:solidFill>
                  <a:srgbClr val="111225"/>
                </a:solidFill>
                <a:latin typeface="Arial"/>
                <a:ea typeface="Arial"/>
                <a:cs typeface="Arial"/>
              </a:defRPr>
            </a:lvl9pPr>
          </a:lstStyle>
          <a:p xmlns:a="http://schemas.openxmlformats.org/drawingml/2006/main">
            <a:pPr algn="l">
              <a:defRPr sz="1725" b="1">
                <a:solidFill>
                  <a:srgbClr val="111225"/>
                </a:solidFill>
                <a:latin typeface="Arial"/>
                <a:ea typeface="Arial"/>
                <a:cs typeface="Arial"/>
              </a:defRPr>
            </a:pPr>
            <a:r>
              <a:rPr sz="1725" b="1">
                <a:solidFill>
                  <a:srgbClr val="111225"/>
                </a:solidFill>
                <a:latin typeface="Arial"/>
                <a:ea typeface="Arial"/>
                <a:cs typeface="Arial"/>
              </a:rPr>
              <a:t>PROFILE</a:t>
            </a:r>
          </a:p>
        </p:txBody>
      </p:sp>
      <p:sp>
        <p:nvSpPr>
          <p:cNvPr id="5" name="">
            <a:extLst xmlns:a="http://schemas.openxmlformats.org/drawingml/2006/main">
              <a:ext uri="{FF2B5EF4-FFF2-40B4-BE49-F238E27FC236}">
                <a16:creationId xmlns:a16="http://schemas.microsoft.com/office/drawing/2014/main" id="{17D88D83-4763-4419-A0E4-D7CDB96A235D}"/>
              </a:ext>
            </a:extLst>
          </p:cNvPr>
          <p:cNvSpPr>
            <a:spLocks xmlns:a="http://schemas.openxmlformats.org/drawingml/2006/main" noGrp="1"/>
          </p:cNvSpPr>
          <p:nvPr/>
        </p:nvSpPr>
        <p:spPr>
          <a:xfrm xmlns:a="http://schemas.openxmlformats.org/drawingml/2006/main">
            <a:off x="742950" y="3581400"/>
            <a:ext cx="195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1B1B35"/>
                </a:solidFill>
                <a:latin typeface="Arial"/>
                <a:ea typeface="Arial"/>
                <a:cs typeface="Arial"/>
              </a:defRPr>
            </a:defPPr>
            <a:lvl1pPr algn="l">
              <a:defRPr sz="1350" b="0">
                <a:solidFill>
                  <a:srgbClr val="1B1B35"/>
                </a:solidFill>
                <a:latin typeface="Arial"/>
                <a:ea typeface="Arial"/>
                <a:cs typeface="Arial"/>
              </a:defRPr>
            </a:lvl1pPr>
            <a:lvl2pPr algn="l">
              <a:defRPr sz="1350" b="0">
                <a:solidFill>
                  <a:srgbClr val="1B1B35"/>
                </a:solidFill>
                <a:latin typeface="Arial"/>
                <a:ea typeface="Arial"/>
                <a:cs typeface="Arial"/>
              </a:defRPr>
            </a:lvl2pPr>
            <a:lvl3pPr algn="l">
              <a:defRPr sz="1350" b="0">
                <a:solidFill>
                  <a:srgbClr val="1B1B35"/>
                </a:solidFill>
                <a:latin typeface="Arial"/>
                <a:ea typeface="Arial"/>
                <a:cs typeface="Arial"/>
              </a:defRPr>
            </a:lvl3pPr>
            <a:lvl4pPr algn="l">
              <a:defRPr sz="1350" b="0">
                <a:solidFill>
                  <a:srgbClr val="1B1B35"/>
                </a:solidFill>
                <a:latin typeface="Arial"/>
                <a:ea typeface="Arial"/>
                <a:cs typeface="Arial"/>
              </a:defRPr>
            </a:lvl4pPr>
            <a:lvl5pPr algn="l">
              <a:defRPr sz="1350" b="0">
                <a:solidFill>
                  <a:srgbClr val="1B1B35"/>
                </a:solidFill>
                <a:latin typeface="Arial"/>
                <a:ea typeface="Arial"/>
                <a:cs typeface="Arial"/>
              </a:defRPr>
            </a:lvl5pPr>
            <a:lvl6pPr algn="l">
              <a:defRPr sz="1350" b="0">
                <a:solidFill>
                  <a:srgbClr val="1B1B35"/>
                </a:solidFill>
                <a:latin typeface="Arial"/>
                <a:ea typeface="Arial"/>
                <a:cs typeface="Arial"/>
              </a:defRPr>
            </a:lvl6pPr>
            <a:lvl7pPr algn="l">
              <a:defRPr sz="1350" b="0">
                <a:solidFill>
                  <a:srgbClr val="1B1B35"/>
                </a:solidFill>
                <a:latin typeface="Arial"/>
                <a:ea typeface="Arial"/>
                <a:cs typeface="Arial"/>
              </a:defRPr>
            </a:lvl7pPr>
            <a:lvl8pPr algn="l">
              <a:defRPr sz="1350" b="0">
                <a:solidFill>
                  <a:srgbClr val="1B1B35"/>
                </a:solidFill>
                <a:latin typeface="Arial"/>
                <a:ea typeface="Arial"/>
                <a:cs typeface="Arial"/>
              </a:defRPr>
            </a:lvl8pPr>
            <a:lvl9pPr algn="l">
              <a:defRPr sz="1350" b="0">
                <a:solidFill>
                  <a:srgbClr val="1B1B35"/>
                </a:solidFill>
                <a:latin typeface="Arial"/>
                <a:ea typeface="Arial"/>
                <a:cs typeface="Arial"/>
              </a:defRPr>
            </a:lvl9pPr>
          </a:lstStyle>
          <a:p xmlns:a="http://schemas.openxmlformats.org/drawingml/2006/main">
            <a:pPr algn="l">
              <a:defRPr sz="1350" b="0">
                <a:solidFill>
                  <a:srgbClr val="1B1B35"/>
                </a:solidFill>
                <a:latin typeface="Arial"/>
                <a:ea typeface="Arial"/>
                <a:cs typeface="Arial"/>
              </a:defRPr>
            </a:pPr>
            <a:r>
              <a:rPr sz="1350" b="0">
                <a:solidFill>
                  <a:srgbClr val="1B1B35"/>
                </a:solidFill>
                <a:latin typeface="Arial"/>
                <a:ea typeface="Arial"/>
                <a:cs typeface="Arial"/>
              </a:rPr>
              <a:t>Set venture</a:t>
            </a:r>
          </a:p>
          <a:p xmlns:a="http://schemas.openxmlformats.org/drawingml/2006/main">
            <a:pPr algn="l">
              <a:defRPr sz="1350" b="0">
                <a:solidFill>
                  <a:srgbClr val="1B1B35"/>
                </a:solidFill>
                <a:latin typeface="Arial"/>
                <a:ea typeface="Arial"/>
                <a:cs typeface="Arial"/>
              </a:defRPr>
            </a:pPr>
            <a:r>
              <a:rPr sz="1350" b="0">
                <a:solidFill>
                  <a:srgbClr val="1B1B35"/>
                </a:solidFill>
                <a:latin typeface="Arial"/>
                <a:ea typeface="Arial"/>
                <a:cs typeface="Arial"/>
              </a:rPr>
              <a:t>context.</a:t>
            </a:r>
          </a:p>
        </p:txBody>
      </p:sp>
      <p:sp>
        <p:nvSpPr>
          <p:cNvPr id="6" name="">
            <a:extLst xmlns:a="http://schemas.openxmlformats.org/drawingml/2006/main">
              <a:ext uri="{FF2B5EF4-FFF2-40B4-BE49-F238E27FC236}">
                <a16:creationId xmlns:a16="http://schemas.microsoft.com/office/drawing/2014/main" id="{95A4831A-6576-4CBE-91F4-AC33419C488E}"/>
              </a:ext>
            </a:extLst>
          </p:cNvPr>
          <p:cNvSpPr>
            <a:spLocks xmlns:a="http://schemas.openxmlformats.org/drawingml/2006/main" noGrp="1"/>
          </p:cNvSpPr>
          <p:nvPr/>
        </p:nvSpPr>
        <p:spPr>
          <a:xfrm xmlns:a="http://schemas.openxmlformats.org/drawingml/2006/main">
            <a:off x="2667000" y="3105150"/>
            <a:ext cx="209550" cy="190500"/>
          </a:xfrm>
          <a:prstGeom xmlns:a="http://schemas.openxmlformats.org/drawingml/2006/main" prst="rightArrow">
            <a:avLst/>
          </a:prstGeom>
          <a:solidFill xmlns:a="http://schemas.openxmlformats.org/drawingml/2006/main">
            <a:srgbClr val="11122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EAF8CB4-2ECE-47C0-ACAB-96A11560BBD1}"/>
              </a:ext>
            </a:extLst>
          </p:cNvPr>
          <p:cNvSpPr>
            <a:spLocks xmlns:a="http://schemas.openxmlformats.org/drawingml/2006/main" noGrp="1"/>
          </p:cNvSpPr>
          <p:nvPr/>
        </p:nvSpPr>
        <p:spPr>
          <a:xfrm xmlns:a="http://schemas.openxmlformats.org/drawingml/2006/main">
            <a:off x="2924175" y="25431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7657FF"/>
                </a:solidFill>
                <a:latin typeface="Arial"/>
                <a:ea typeface="Arial"/>
                <a:cs typeface="Arial"/>
              </a:defRPr>
            </a:defPPr>
            <a:lvl1pPr algn="l">
              <a:defRPr sz="1200" b="1">
                <a:solidFill>
                  <a:srgbClr val="7657FF"/>
                </a:solidFill>
                <a:latin typeface="Arial"/>
                <a:ea typeface="Arial"/>
                <a:cs typeface="Arial"/>
              </a:defRPr>
            </a:lvl1pPr>
            <a:lvl2pPr algn="l">
              <a:defRPr sz="1200" b="1">
                <a:solidFill>
                  <a:srgbClr val="7657FF"/>
                </a:solidFill>
                <a:latin typeface="Arial"/>
                <a:ea typeface="Arial"/>
                <a:cs typeface="Arial"/>
              </a:defRPr>
            </a:lvl2pPr>
            <a:lvl3pPr algn="l">
              <a:defRPr sz="1200" b="1">
                <a:solidFill>
                  <a:srgbClr val="7657FF"/>
                </a:solidFill>
                <a:latin typeface="Arial"/>
                <a:ea typeface="Arial"/>
                <a:cs typeface="Arial"/>
              </a:defRPr>
            </a:lvl3pPr>
            <a:lvl4pPr algn="l">
              <a:defRPr sz="1200" b="1">
                <a:solidFill>
                  <a:srgbClr val="7657FF"/>
                </a:solidFill>
                <a:latin typeface="Arial"/>
                <a:ea typeface="Arial"/>
                <a:cs typeface="Arial"/>
              </a:defRPr>
            </a:lvl4pPr>
            <a:lvl5pPr algn="l">
              <a:defRPr sz="1200" b="1">
                <a:solidFill>
                  <a:srgbClr val="7657FF"/>
                </a:solidFill>
                <a:latin typeface="Arial"/>
                <a:ea typeface="Arial"/>
                <a:cs typeface="Arial"/>
              </a:defRPr>
            </a:lvl5pPr>
            <a:lvl6pPr algn="l">
              <a:defRPr sz="1200" b="1">
                <a:solidFill>
                  <a:srgbClr val="7657FF"/>
                </a:solidFill>
                <a:latin typeface="Arial"/>
                <a:ea typeface="Arial"/>
                <a:cs typeface="Arial"/>
              </a:defRPr>
            </a:lvl6pPr>
            <a:lvl7pPr algn="l">
              <a:defRPr sz="1200" b="1">
                <a:solidFill>
                  <a:srgbClr val="7657FF"/>
                </a:solidFill>
                <a:latin typeface="Arial"/>
                <a:ea typeface="Arial"/>
                <a:cs typeface="Arial"/>
              </a:defRPr>
            </a:lvl7pPr>
            <a:lvl8pPr algn="l">
              <a:defRPr sz="1200" b="1">
                <a:solidFill>
                  <a:srgbClr val="7657FF"/>
                </a:solidFill>
                <a:latin typeface="Arial"/>
                <a:ea typeface="Arial"/>
                <a:cs typeface="Arial"/>
              </a:defRPr>
            </a:lvl8pPr>
            <a:lvl9pPr algn="l">
              <a:defRPr sz="1200" b="1">
                <a:solidFill>
                  <a:srgbClr val="7657FF"/>
                </a:solidFill>
                <a:latin typeface="Arial"/>
                <a:ea typeface="Arial"/>
                <a:cs typeface="Arial"/>
              </a:defRPr>
            </a:lvl9pPr>
          </a:lstStyle>
          <a:p xmlns:a="http://schemas.openxmlformats.org/drawingml/2006/main">
            <a:pPr algn="l">
              <a:defRPr sz="1200" b="1">
                <a:solidFill>
                  <a:srgbClr val="7657FF"/>
                </a:solidFill>
                <a:latin typeface="Arial"/>
                <a:ea typeface="Arial"/>
                <a:cs typeface="Arial"/>
              </a:defRPr>
            </a:pPr>
            <a:r>
              <a:rPr sz="1200" b="1">
                <a:solidFill>
                  <a:srgbClr val="7657FF"/>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D7436793-FB03-4922-8556-FE379A873BC4}"/>
              </a:ext>
            </a:extLst>
          </p:cNvPr>
          <p:cNvSpPr>
            <a:spLocks xmlns:a="http://schemas.openxmlformats.org/drawingml/2006/main" noGrp="1"/>
          </p:cNvSpPr>
          <p:nvPr/>
        </p:nvSpPr>
        <p:spPr>
          <a:xfrm xmlns:a="http://schemas.openxmlformats.org/drawingml/2006/main">
            <a:off x="2924175" y="3038475"/>
            <a:ext cx="1943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11225"/>
                </a:solidFill>
                <a:latin typeface="Arial"/>
                <a:ea typeface="Arial"/>
                <a:cs typeface="Arial"/>
              </a:defRPr>
            </a:defPPr>
            <a:lvl1pPr algn="l">
              <a:defRPr sz="1725" b="1">
                <a:solidFill>
                  <a:srgbClr val="111225"/>
                </a:solidFill>
                <a:latin typeface="Arial"/>
                <a:ea typeface="Arial"/>
                <a:cs typeface="Arial"/>
              </a:defRPr>
            </a:lvl1pPr>
            <a:lvl2pPr algn="l">
              <a:defRPr sz="1725" b="1">
                <a:solidFill>
                  <a:srgbClr val="111225"/>
                </a:solidFill>
                <a:latin typeface="Arial"/>
                <a:ea typeface="Arial"/>
                <a:cs typeface="Arial"/>
              </a:defRPr>
            </a:lvl2pPr>
            <a:lvl3pPr algn="l">
              <a:defRPr sz="1725" b="1">
                <a:solidFill>
                  <a:srgbClr val="111225"/>
                </a:solidFill>
                <a:latin typeface="Arial"/>
                <a:ea typeface="Arial"/>
                <a:cs typeface="Arial"/>
              </a:defRPr>
            </a:lvl3pPr>
            <a:lvl4pPr algn="l">
              <a:defRPr sz="1725" b="1">
                <a:solidFill>
                  <a:srgbClr val="111225"/>
                </a:solidFill>
                <a:latin typeface="Arial"/>
                <a:ea typeface="Arial"/>
                <a:cs typeface="Arial"/>
              </a:defRPr>
            </a:lvl4pPr>
            <a:lvl5pPr algn="l">
              <a:defRPr sz="1725" b="1">
                <a:solidFill>
                  <a:srgbClr val="111225"/>
                </a:solidFill>
                <a:latin typeface="Arial"/>
                <a:ea typeface="Arial"/>
                <a:cs typeface="Arial"/>
              </a:defRPr>
            </a:lvl5pPr>
            <a:lvl6pPr algn="l">
              <a:defRPr sz="1725" b="1">
                <a:solidFill>
                  <a:srgbClr val="111225"/>
                </a:solidFill>
                <a:latin typeface="Arial"/>
                <a:ea typeface="Arial"/>
                <a:cs typeface="Arial"/>
              </a:defRPr>
            </a:lvl6pPr>
            <a:lvl7pPr algn="l">
              <a:defRPr sz="1725" b="1">
                <a:solidFill>
                  <a:srgbClr val="111225"/>
                </a:solidFill>
                <a:latin typeface="Arial"/>
                <a:ea typeface="Arial"/>
                <a:cs typeface="Arial"/>
              </a:defRPr>
            </a:lvl7pPr>
            <a:lvl8pPr algn="l">
              <a:defRPr sz="1725" b="1">
                <a:solidFill>
                  <a:srgbClr val="111225"/>
                </a:solidFill>
                <a:latin typeface="Arial"/>
                <a:ea typeface="Arial"/>
                <a:cs typeface="Arial"/>
              </a:defRPr>
            </a:lvl8pPr>
            <a:lvl9pPr algn="l">
              <a:defRPr sz="1725" b="1">
                <a:solidFill>
                  <a:srgbClr val="111225"/>
                </a:solidFill>
                <a:latin typeface="Arial"/>
                <a:ea typeface="Arial"/>
                <a:cs typeface="Arial"/>
              </a:defRPr>
            </a:lvl9pPr>
          </a:lstStyle>
          <a:p xmlns:a="http://schemas.openxmlformats.org/drawingml/2006/main">
            <a:pPr algn="l">
              <a:defRPr sz="1725" b="1">
                <a:solidFill>
                  <a:srgbClr val="111225"/>
                </a:solidFill>
                <a:latin typeface="Arial"/>
                <a:ea typeface="Arial"/>
                <a:cs typeface="Arial"/>
              </a:defRPr>
            </a:pPr>
            <a:r>
              <a:rPr sz="1725" b="1">
                <a:solidFill>
                  <a:srgbClr val="111225"/>
                </a:solidFill>
                <a:latin typeface="Arial"/>
                <a:ea typeface="Arial"/>
                <a:cs typeface="Arial"/>
              </a:rPr>
              <a:t>SEARCH</a:t>
            </a:r>
          </a:p>
        </p:txBody>
      </p:sp>
      <p:sp>
        <p:nvSpPr>
          <p:cNvPr id="9" name="">
            <a:extLst xmlns:a="http://schemas.openxmlformats.org/drawingml/2006/main">
              <a:ext uri="{FF2B5EF4-FFF2-40B4-BE49-F238E27FC236}">
                <a16:creationId xmlns:a16="http://schemas.microsoft.com/office/drawing/2014/main" id="{4598AB81-F3AA-4638-B9FD-90580EEA0498}"/>
              </a:ext>
            </a:extLst>
          </p:cNvPr>
          <p:cNvSpPr>
            <a:spLocks xmlns:a="http://schemas.openxmlformats.org/drawingml/2006/main" noGrp="1"/>
          </p:cNvSpPr>
          <p:nvPr/>
        </p:nvSpPr>
        <p:spPr>
          <a:xfrm xmlns:a="http://schemas.openxmlformats.org/drawingml/2006/main">
            <a:off x="2924175" y="3581400"/>
            <a:ext cx="195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1B1B35"/>
                </a:solidFill>
                <a:latin typeface="Arial"/>
                <a:ea typeface="Arial"/>
                <a:cs typeface="Arial"/>
              </a:defRPr>
            </a:defPPr>
            <a:lvl1pPr algn="l">
              <a:defRPr sz="1350" b="0">
                <a:solidFill>
                  <a:srgbClr val="1B1B35"/>
                </a:solidFill>
                <a:latin typeface="Arial"/>
                <a:ea typeface="Arial"/>
                <a:cs typeface="Arial"/>
              </a:defRPr>
            </a:lvl1pPr>
            <a:lvl2pPr algn="l">
              <a:defRPr sz="1350" b="0">
                <a:solidFill>
                  <a:srgbClr val="1B1B35"/>
                </a:solidFill>
                <a:latin typeface="Arial"/>
                <a:ea typeface="Arial"/>
                <a:cs typeface="Arial"/>
              </a:defRPr>
            </a:lvl2pPr>
            <a:lvl3pPr algn="l">
              <a:defRPr sz="1350" b="0">
                <a:solidFill>
                  <a:srgbClr val="1B1B35"/>
                </a:solidFill>
                <a:latin typeface="Arial"/>
                <a:ea typeface="Arial"/>
                <a:cs typeface="Arial"/>
              </a:defRPr>
            </a:lvl3pPr>
            <a:lvl4pPr algn="l">
              <a:defRPr sz="1350" b="0">
                <a:solidFill>
                  <a:srgbClr val="1B1B35"/>
                </a:solidFill>
                <a:latin typeface="Arial"/>
                <a:ea typeface="Arial"/>
                <a:cs typeface="Arial"/>
              </a:defRPr>
            </a:lvl4pPr>
            <a:lvl5pPr algn="l">
              <a:defRPr sz="1350" b="0">
                <a:solidFill>
                  <a:srgbClr val="1B1B35"/>
                </a:solidFill>
                <a:latin typeface="Arial"/>
                <a:ea typeface="Arial"/>
                <a:cs typeface="Arial"/>
              </a:defRPr>
            </a:lvl5pPr>
            <a:lvl6pPr algn="l">
              <a:defRPr sz="1350" b="0">
                <a:solidFill>
                  <a:srgbClr val="1B1B35"/>
                </a:solidFill>
                <a:latin typeface="Arial"/>
                <a:ea typeface="Arial"/>
                <a:cs typeface="Arial"/>
              </a:defRPr>
            </a:lvl6pPr>
            <a:lvl7pPr algn="l">
              <a:defRPr sz="1350" b="0">
                <a:solidFill>
                  <a:srgbClr val="1B1B35"/>
                </a:solidFill>
                <a:latin typeface="Arial"/>
                <a:ea typeface="Arial"/>
                <a:cs typeface="Arial"/>
              </a:defRPr>
            </a:lvl7pPr>
            <a:lvl8pPr algn="l">
              <a:defRPr sz="1350" b="0">
                <a:solidFill>
                  <a:srgbClr val="1B1B35"/>
                </a:solidFill>
                <a:latin typeface="Arial"/>
                <a:ea typeface="Arial"/>
                <a:cs typeface="Arial"/>
              </a:defRPr>
            </a:lvl8pPr>
            <a:lvl9pPr algn="l">
              <a:defRPr sz="1350" b="0">
                <a:solidFill>
                  <a:srgbClr val="1B1B35"/>
                </a:solidFill>
                <a:latin typeface="Arial"/>
                <a:ea typeface="Arial"/>
                <a:cs typeface="Arial"/>
              </a:defRPr>
            </a:lvl9pPr>
          </a:lstStyle>
          <a:p xmlns:a="http://schemas.openxmlformats.org/drawingml/2006/main">
            <a:pPr algn="l">
              <a:defRPr sz="1350" b="0">
                <a:solidFill>
                  <a:srgbClr val="1B1B35"/>
                </a:solidFill>
                <a:latin typeface="Arial"/>
                <a:ea typeface="Arial"/>
                <a:cs typeface="Arial"/>
              </a:defRPr>
            </a:pPr>
            <a:r>
              <a:rPr sz="1350" b="0">
                <a:solidFill>
                  <a:srgbClr val="1B1B35"/>
                </a:solidFill>
                <a:latin typeface="Arial"/>
                <a:ea typeface="Arial"/>
                <a:cs typeface="Arial"/>
              </a:rPr>
              <a:t>Find global</a:t>
            </a:r>
          </a:p>
          <a:p xmlns:a="http://schemas.openxmlformats.org/drawingml/2006/main">
            <a:pPr algn="l">
              <a:defRPr sz="1350" b="0">
                <a:solidFill>
                  <a:srgbClr val="1B1B35"/>
                </a:solidFill>
                <a:latin typeface="Arial"/>
                <a:ea typeface="Arial"/>
                <a:cs typeface="Arial"/>
              </a:defRPr>
            </a:pPr>
            <a:r>
              <a:rPr sz="1350" b="0">
                <a:solidFill>
                  <a:srgbClr val="1B1B35"/>
                </a:solidFill>
                <a:latin typeface="Arial"/>
                <a:ea typeface="Arial"/>
                <a:cs typeface="Arial"/>
              </a:rPr>
              <a:t>programs.</a:t>
            </a:r>
          </a:p>
        </p:txBody>
      </p:sp>
      <p:sp>
        <p:nvSpPr>
          <p:cNvPr id="10" name="">
            <a:extLst xmlns:a="http://schemas.openxmlformats.org/drawingml/2006/main">
              <a:ext uri="{FF2B5EF4-FFF2-40B4-BE49-F238E27FC236}">
                <a16:creationId xmlns:a16="http://schemas.microsoft.com/office/drawing/2014/main" id="{EE80AAD3-C46F-46E1-B325-202285FCF007}"/>
              </a:ext>
            </a:extLst>
          </p:cNvPr>
          <p:cNvSpPr>
            <a:spLocks xmlns:a="http://schemas.openxmlformats.org/drawingml/2006/main" noGrp="1"/>
          </p:cNvSpPr>
          <p:nvPr/>
        </p:nvSpPr>
        <p:spPr>
          <a:xfrm xmlns:a="http://schemas.openxmlformats.org/drawingml/2006/main">
            <a:off x="4848225" y="3105150"/>
            <a:ext cx="209550" cy="190500"/>
          </a:xfrm>
          <a:prstGeom xmlns:a="http://schemas.openxmlformats.org/drawingml/2006/main" prst="rightArrow">
            <a:avLst/>
          </a:prstGeom>
          <a:solidFill xmlns:a="http://schemas.openxmlformats.org/drawingml/2006/main">
            <a:srgbClr val="11122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6E6AF70-E210-483D-B71E-186CA533BC66}"/>
              </a:ext>
            </a:extLst>
          </p:cNvPr>
          <p:cNvSpPr>
            <a:spLocks xmlns:a="http://schemas.openxmlformats.org/drawingml/2006/main" noGrp="1"/>
          </p:cNvSpPr>
          <p:nvPr/>
        </p:nvSpPr>
        <p:spPr>
          <a:xfrm xmlns:a="http://schemas.openxmlformats.org/drawingml/2006/main">
            <a:off x="5105400" y="25431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7657FF"/>
                </a:solidFill>
                <a:latin typeface="Arial"/>
                <a:ea typeface="Arial"/>
                <a:cs typeface="Arial"/>
              </a:defRPr>
            </a:defPPr>
            <a:lvl1pPr algn="l">
              <a:defRPr sz="1200" b="1">
                <a:solidFill>
                  <a:srgbClr val="7657FF"/>
                </a:solidFill>
                <a:latin typeface="Arial"/>
                <a:ea typeface="Arial"/>
                <a:cs typeface="Arial"/>
              </a:defRPr>
            </a:lvl1pPr>
            <a:lvl2pPr algn="l">
              <a:defRPr sz="1200" b="1">
                <a:solidFill>
                  <a:srgbClr val="7657FF"/>
                </a:solidFill>
                <a:latin typeface="Arial"/>
                <a:ea typeface="Arial"/>
                <a:cs typeface="Arial"/>
              </a:defRPr>
            </a:lvl2pPr>
            <a:lvl3pPr algn="l">
              <a:defRPr sz="1200" b="1">
                <a:solidFill>
                  <a:srgbClr val="7657FF"/>
                </a:solidFill>
                <a:latin typeface="Arial"/>
                <a:ea typeface="Arial"/>
                <a:cs typeface="Arial"/>
              </a:defRPr>
            </a:lvl3pPr>
            <a:lvl4pPr algn="l">
              <a:defRPr sz="1200" b="1">
                <a:solidFill>
                  <a:srgbClr val="7657FF"/>
                </a:solidFill>
                <a:latin typeface="Arial"/>
                <a:ea typeface="Arial"/>
                <a:cs typeface="Arial"/>
              </a:defRPr>
            </a:lvl4pPr>
            <a:lvl5pPr algn="l">
              <a:defRPr sz="1200" b="1">
                <a:solidFill>
                  <a:srgbClr val="7657FF"/>
                </a:solidFill>
                <a:latin typeface="Arial"/>
                <a:ea typeface="Arial"/>
                <a:cs typeface="Arial"/>
              </a:defRPr>
            </a:lvl5pPr>
            <a:lvl6pPr algn="l">
              <a:defRPr sz="1200" b="1">
                <a:solidFill>
                  <a:srgbClr val="7657FF"/>
                </a:solidFill>
                <a:latin typeface="Arial"/>
                <a:ea typeface="Arial"/>
                <a:cs typeface="Arial"/>
              </a:defRPr>
            </a:lvl6pPr>
            <a:lvl7pPr algn="l">
              <a:defRPr sz="1200" b="1">
                <a:solidFill>
                  <a:srgbClr val="7657FF"/>
                </a:solidFill>
                <a:latin typeface="Arial"/>
                <a:ea typeface="Arial"/>
                <a:cs typeface="Arial"/>
              </a:defRPr>
            </a:lvl7pPr>
            <a:lvl8pPr algn="l">
              <a:defRPr sz="1200" b="1">
                <a:solidFill>
                  <a:srgbClr val="7657FF"/>
                </a:solidFill>
                <a:latin typeface="Arial"/>
                <a:ea typeface="Arial"/>
                <a:cs typeface="Arial"/>
              </a:defRPr>
            </a:lvl8pPr>
            <a:lvl9pPr algn="l">
              <a:defRPr sz="1200" b="1">
                <a:solidFill>
                  <a:srgbClr val="7657FF"/>
                </a:solidFill>
                <a:latin typeface="Arial"/>
                <a:ea typeface="Arial"/>
                <a:cs typeface="Arial"/>
              </a:defRPr>
            </a:lvl9pPr>
          </a:lstStyle>
          <a:p xmlns:a="http://schemas.openxmlformats.org/drawingml/2006/main">
            <a:pPr algn="l">
              <a:defRPr sz="1200" b="1">
                <a:solidFill>
                  <a:srgbClr val="7657FF"/>
                </a:solidFill>
                <a:latin typeface="Arial"/>
                <a:ea typeface="Arial"/>
                <a:cs typeface="Arial"/>
              </a:defRPr>
            </a:pPr>
            <a:r>
              <a:rPr sz="1200" b="1">
                <a:solidFill>
                  <a:srgbClr val="7657FF"/>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155F3F2B-0BBD-4BD3-809F-7EE5F898E111}"/>
              </a:ext>
            </a:extLst>
          </p:cNvPr>
          <p:cNvSpPr>
            <a:spLocks xmlns:a="http://schemas.openxmlformats.org/drawingml/2006/main" noGrp="1"/>
          </p:cNvSpPr>
          <p:nvPr/>
        </p:nvSpPr>
        <p:spPr>
          <a:xfrm xmlns:a="http://schemas.openxmlformats.org/drawingml/2006/main">
            <a:off x="5105400" y="3038475"/>
            <a:ext cx="1943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11225"/>
                </a:solidFill>
                <a:latin typeface="Arial"/>
                <a:ea typeface="Arial"/>
                <a:cs typeface="Arial"/>
              </a:defRPr>
            </a:defPPr>
            <a:lvl1pPr algn="l">
              <a:defRPr sz="1725" b="1">
                <a:solidFill>
                  <a:srgbClr val="111225"/>
                </a:solidFill>
                <a:latin typeface="Arial"/>
                <a:ea typeface="Arial"/>
                <a:cs typeface="Arial"/>
              </a:defRPr>
            </a:lvl1pPr>
            <a:lvl2pPr algn="l">
              <a:defRPr sz="1725" b="1">
                <a:solidFill>
                  <a:srgbClr val="111225"/>
                </a:solidFill>
                <a:latin typeface="Arial"/>
                <a:ea typeface="Arial"/>
                <a:cs typeface="Arial"/>
              </a:defRPr>
            </a:lvl2pPr>
            <a:lvl3pPr algn="l">
              <a:defRPr sz="1725" b="1">
                <a:solidFill>
                  <a:srgbClr val="111225"/>
                </a:solidFill>
                <a:latin typeface="Arial"/>
                <a:ea typeface="Arial"/>
                <a:cs typeface="Arial"/>
              </a:defRPr>
            </a:lvl3pPr>
            <a:lvl4pPr algn="l">
              <a:defRPr sz="1725" b="1">
                <a:solidFill>
                  <a:srgbClr val="111225"/>
                </a:solidFill>
                <a:latin typeface="Arial"/>
                <a:ea typeface="Arial"/>
                <a:cs typeface="Arial"/>
              </a:defRPr>
            </a:lvl4pPr>
            <a:lvl5pPr algn="l">
              <a:defRPr sz="1725" b="1">
                <a:solidFill>
                  <a:srgbClr val="111225"/>
                </a:solidFill>
                <a:latin typeface="Arial"/>
                <a:ea typeface="Arial"/>
                <a:cs typeface="Arial"/>
              </a:defRPr>
            </a:lvl5pPr>
            <a:lvl6pPr algn="l">
              <a:defRPr sz="1725" b="1">
                <a:solidFill>
                  <a:srgbClr val="111225"/>
                </a:solidFill>
                <a:latin typeface="Arial"/>
                <a:ea typeface="Arial"/>
                <a:cs typeface="Arial"/>
              </a:defRPr>
            </a:lvl6pPr>
            <a:lvl7pPr algn="l">
              <a:defRPr sz="1725" b="1">
                <a:solidFill>
                  <a:srgbClr val="111225"/>
                </a:solidFill>
                <a:latin typeface="Arial"/>
                <a:ea typeface="Arial"/>
                <a:cs typeface="Arial"/>
              </a:defRPr>
            </a:lvl7pPr>
            <a:lvl8pPr algn="l">
              <a:defRPr sz="1725" b="1">
                <a:solidFill>
                  <a:srgbClr val="111225"/>
                </a:solidFill>
                <a:latin typeface="Arial"/>
                <a:ea typeface="Arial"/>
                <a:cs typeface="Arial"/>
              </a:defRPr>
            </a:lvl8pPr>
            <a:lvl9pPr algn="l">
              <a:defRPr sz="1725" b="1">
                <a:solidFill>
                  <a:srgbClr val="111225"/>
                </a:solidFill>
                <a:latin typeface="Arial"/>
                <a:ea typeface="Arial"/>
                <a:cs typeface="Arial"/>
              </a:defRPr>
            </a:lvl9pPr>
          </a:lstStyle>
          <a:p xmlns:a="http://schemas.openxmlformats.org/drawingml/2006/main">
            <a:pPr algn="l">
              <a:defRPr sz="1725" b="1">
                <a:solidFill>
                  <a:srgbClr val="111225"/>
                </a:solidFill>
                <a:latin typeface="Arial"/>
                <a:ea typeface="Arial"/>
                <a:cs typeface="Arial"/>
              </a:defRPr>
            </a:pPr>
            <a:r>
              <a:rPr sz="1725" b="1">
                <a:solidFill>
                  <a:srgbClr val="111225"/>
                </a:solidFill>
                <a:latin typeface="Arial"/>
                <a:ea typeface="Arial"/>
                <a:cs typeface="Arial"/>
              </a:rPr>
              <a:t>REVIEW</a:t>
            </a:r>
          </a:p>
        </p:txBody>
      </p:sp>
      <p:sp>
        <p:nvSpPr>
          <p:cNvPr id="13" name="">
            <a:extLst xmlns:a="http://schemas.openxmlformats.org/drawingml/2006/main">
              <a:ext uri="{FF2B5EF4-FFF2-40B4-BE49-F238E27FC236}">
                <a16:creationId xmlns:a16="http://schemas.microsoft.com/office/drawing/2014/main" id="{56E1CBDC-7D6A-4FE0-9164-89471E27EB2B}"/>
              </a:ext>
            </a:extLst>
          </p:cNvPr>
          <p:cNvSpPr>
            <a:spLocks xmlns:a="http://schemas.openxmlformats.org/drawingml/2006/main" noGrp="1"/>
          </p:cNvSpPr>
          <p:nvPr/>
        </p:nvSpPr>
        <p:spPr>
          <a:xfrm xmlns:a="http://schemas.openxmlformats.org/drawingml/2006/main">
            <a:off x="5105400" y="3581400"/>
            <a:ext cx="195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1B1B35"/>
                </a:solidFill>
                <a:latin typeface="Arial"/>
                <a:ea typeface="Arial"/>
                <a:cs typeface="Arial"/>
              </a:defRPr>
            </a:defPPr>
            <a:lvl1pPr algn="l">
              <a:defRPr sz="1350" b="0">
                <a:solidFill>
                  <a:srgbClr val="1B1B35"/>
                </a:solidFill>
                <a:latin typeface="Arial"/>
                <a:ea typeface="Arial"/>
                <a:cs typeface="Arial"/>
              </a:defRPr>
            </a:lvl1pPr>
            <a:lvl2pPr algn="l">
              <a:defRPr sz="1350" b="0">
                <a:solidFill>
                  <a:srgbClr val="1B1B35"/>
                </a:solidFill>
                <a:latin typeface="Arial"/>
                <a:ea typeface="Arial"/>
                <a:cs typeface="Arial"/>
              </a:defRPr>
            </a:lvl2pPr>
            <a:lvl3pPr algn="l">
              <a:defRPr sz="1350" b="0">
                <a:solidFill>
                  <a:srgbClr val="1B1B35"/>
                </a:solidFill>
                <a:latin typeface="Arial"/>
                <a:ea typeface="Arial"/>
                <a:cs typeface="Arial"/>
              </a:defRPr>
            </a:lvl3pPr>
            <a:lvl4pPr algn="l">
              <a:defRPr sz="1350" b="0">
                <a:solidFill>
                  <a:srgbClr val="1B1B35"/>
                </a:solidFill>
                <a:latin typeface="Arial"/>
                <a:ea typeface="Arial"/>
                <a:cs typeface="Arial"/>
              </a:defRPr>
            </a:lvl4pPr>
            <a:lvl5pPr algn="l">
              <a:defRPr sz="1350" b="0">
                <a:solidFill>
                  <a:srgbClr val="1B1B35"/>
                </a:solidFill>
                <a:latin typeface="Arial"/>
                <a:ea typeface="Arial"/>
                <a:cs typeface="Arial"/>
              </a:defRPr>
            </a:lvl5pPr>
            <a:lvl6pPr algn="l">
              <a:defRPr sz="1350" b="0">
                <a:solidFill>
                  <a:srgbClr val="1B1B35"/>
                </a:solidFill>
                <a:latin typeface="Arial"/>
                <a:ea typeface="Arial"/>
                <a:cs typeface="Arial"/>
              </a:defRPr>
            </a:lvl6pPr>
            <a:lvl7pPr algn="l">
              <a:defRPr sz="1350" b="0">
                <a:solidFill>
                  <a:srgbClr val="1B1B35"/>
                </a:solidFill>
                <a:latin typeface="Arial"/>
                <a:ea typeface="Arial"/>
                <a:cs typeface="Arial"/>
              </a:defRPr>
            </a:lvl7pPr>
            <a:lvl8pPr algn="l">
              <a:defRPr sz="1350" b="0">
                <a:solidFill>
                  <a:srgbClr val="1B1B35"/>
                </a:solidFill>
                <a:latin typeface="Arial"/>
                <a:ea typeface="Arial"/>
                <a:cs typeface="Arial"/>
              </a:defRPr>
            </a:lvl8pPr>
            <a:lvl9pPr algn="l">
              <a:defRPr sz="1350" b="0">
                <a:solidFill>
                  <a:srgbClr val="1B1B35"/>
                </a:solidFill>
                <a:latin typeface="Arial"/>
                <a:ea typeface="Arial"/>
                <a:cs typeface="Arial"/>
              </a:defRPr>
            </a:lvl9pPr>
          </a:lstStyle>
          <a:p xmlns:a="http://schemas.openxmlformats.org/drawingml/2006/main">
            <a:pPr algn="l">
              <a:defRPr sz="1350" b="0">
                <a:solidFill>
                  <a:srgbClr val="1B1B35"/>
                </a:solidFill>
                <a:latin typeface="Arial"/>
                <a:ea typeface="Arial"/>
                <a:cs typeface="Arial"/>
              </a:defRPr>
            </a:pPr>
            <a:r>
              <a:rPr sz="1350" b="0">
                <a:solidFill>
                  <a:srgbClr val="1B1B35"/>
                </a:solidFill>
                <a:latin typeface="Arial"/>
                <a:ea typeface="Arial"/>
                <a:cs typeface="Arial"/>
              </a:rPr>
              <a:t>Compare fit</a:t>
            </a:r>
          </a:p>
          <a:p xmlns:a="http://schemas.openxmlformats.org/drawingml/2006/main">
            <a:pPr algn="l">
              <a:defRPr sz="1350" b="0">
                <a:solidFill>
                  <a:srgbClr val="1B1B35"/>
                </a:solidFill>
                <a:latin typeface="Arial"/>
                <a:ea typeface="Arial"/>
                <a:cs typeface="Arial"/>
              </a:defRPr>
            </a:pPr>
            <a:r>
              <a:rPr sz="1350" b="0">
                <a:solidFill>
                  <a:srgbClr val="1B1B35"/>
                </a:solidFill>
                <a:latin typeface="Arial"/>
                <a:ea typeface="Arial"/>
                <a:cs typeface="Arial"/>
              </a:rPr>
              <a:t>and sources.</a:t>
            </a:r>
          </a:p>
        </p:txBody>
      </p:sp>
      <p:sp>
        <p:nvSpPr>
          <p:cNvPr id="14" name="">
            <a:extLst xmlns:a="http://schemas.openxmlformats.org/drawingml/2006/main">
              <a:ext uri="{FF2B5EF4-FFF2-40B4-BE49-F238E27FC236}">
                <a16:creationId xmlns:a16="http://schemas.microsoft.com/office/drawing/2014/main" id="{4472E31B-E47B-4433-A024-6EA228A2F961}"/>
              </a:ext>
            </a:extLst>
          </p:cNvPr>
          <p:cNvSpPr>
            <a:spLocks xmlns:a="http://schemas.openxmlformats.org/drawingml/2006/main" noGrp="1"/>
          </p:cNvSpPr>
          <p:nvPr/>
        </p:nvSpPr>
        <p:spPr>
          <a:xfrm xmlns:a="http://schemas.openxmlformats.org/drawingml/2006/main">
            <a:off x="7029450" y="3105150"/>
            <a:ext cx="209550" cy="190500"/>
          </a:xfrm>
          <a:prstGeom xmlns:a="http://schemas.openxmlformats.org/drawingml/2006/main" prst="rightArrow">
            <a:avLst/>
          </a:prstGeom>
          <a:solidFill xmlns:a="http://schemas.openxmlformats.org/drawingml/2006/main">
            <a:srgbClr val="11122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6742D97-1DD7-4556-8217-7C6FDEA17277}"/>
              </a:ext>
            </a:extLst>
          </p:cNvPr>
          <p:cNvSpPr>
            <a:spLocks xmlns:a="http://schemas.openxmlformats.org/drawingml/2006/main" noGrp="1"/>
          </p:cNvSpPr>
          <p:nvPr/>
        </p:nvSpPr>
        <p:spPr>
          <a:xfrm xmlns:a="http://schemas.openxmlformats.org/drawingml/2006/main">
            <a:off x="7286625" y="25431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7657FF"/>
                </a:solidFill>
                <a:latin typeface="Arial"/>
                <a:ea typeface="Arial"/>
                <a:cs typeface="Arial"/>
              </a:defRPr>
            </a:defPPr>
            <a:lvl1pPr algn="l">
              <a:defRPr sz="1200" b="1">
                <a:solidFill>
                  <a:srgbClr val="7657FF"/>
                </a:solidFill>
                <a:latin typeface="Arial"/>
                <a:ea typeface="Arial"/>
                <a:cs typeface="Arial"/>
              </a:defRPr>
            </a:lvl1pPr>
            <a:lvl2pPr algn="l">
              <a:defRPr sz="1200" b="1">
                <a:solidFill>
                  <a:srgbClr val="7657FF"/>
                </a:solidFill>
                <a:latin typeface="Arial"/>
                <a:ea typeface="Arial"/>
                <a:cs typeface="Arial"/>
              </a:defRPr>
            </a:lvl2pPr>
            <a:lvl3pPr algn="l">
              <a:defRPr sz="1200" b="1">
                <a:solidFill>
                  <a:srgbClr val="7657FF"/>
                </a:solidFill>
                <a:latin typeface="Arial"/>
                <a:ea typeface="Arial"/>
                <a:cs typeface="Arial"/>
              </a:defRPr>
            </a:lvl3pPr>
            <a:lvl4pPr algn="l">
              <a:defRPr sz="1200" b="1">
                <a:solidFill>
                  <a:srgbClr val="7657FF"/>
                </a:solidFill>
                <a:latin typeface="Arial"/>
                <a:ea typeface="Arial"/>
                <a:cs typeface="Arial"/>
              </a:defRPr>
            </a:lvl4pPr>
            <a:lvl5pPr algn="l">
              <a:defRPr sz="1200" b="1">
                <a:solidFill>
                  <a:srgbClr val="7657FF"/>
                </a:solidFill>
                <a:latin typeface="Arial"/>
                <a:ea typeface="Arial"/>
                <a:cs typeface="Arial"/>
              </a:defRPr>
            </a:lvl5pPr>
            <a:lvl6pPr algn="l">
              <a:defRPr sz="1200" b="1">
                <a:solidFill>
                  <a:srgbClr val="7657FF"/>
                </a:solidFill>
                <a:latin typeface="Arial"/>
                <a:ea typeface="Arial"/>
                <a:cs typeface="Arial"/>
              </a:defRPr>
            </a:lvl6pPr>
            <a:lvl7pPr algn="l">
              <a:defRPr sz="1200" b="1">
                <a:solidFill>
                  <a:srgbClr val="7657FF"/>
                </a:solidFill>
                <a:latin typeface="Arial"/>
                <a:ea typeface="Arial"/>
                <a:cs typeface="Arial"/>
              </a:defRPr>
            </a:lvl7pPr>
            <a:lvl8pPr algn="l">
              <a:defRPr sz="1200" b="1">
                <a:solidFill>
                  <a:srgbClr val="7657FF"/>
                </a:solidFill>
                <a:latin typeface="Arial"/>
                <a:ea typeface="Arial"/>
                <a:cs typeface="Arial"/>
              </a:defRPr>
            </a:lvl8pPr>
            <a:lvl9pPr algn="l">
              <a:defRPr sz="1200" b="1">
                <a:solidFill>
                  <a:srgbClr val="7657FF"/>
                </a:solidFill>
                <a:latin typeface="Arial"/>
                <a:ea typeface="Arial"/>
                <a:cs typeface="Arial"/>
              </a:defRPr>
            </a:lvl9pPr>
          </a:lstStyle>
          <a:p xmlns:a="http://schemas.openxmlformats.org/drawingml/2006/main">
            <a:pPr algn="l">
              <a:defRPr sz="1200" b="1">
                <a:solidFill>
                  <a:srgbClr val="7657FF"/>
                </a:solidFill>
                <a:latin typeface="Arial"/>
                <a:ea typeface="Arial"/>
                <a:cs typeface="Arial"/>
              </a:defRPr>
            </a:pPr>
            <a:r>
              <a:rPr sz="1200" b="1">
                <a:solidFill>
                  <a:srgbClr val="7657FF"/>
                </a:solidFill>
                <a:latin typeface="Arial"/>
                <a:ea typeface="Arial"/>
                <a:cs typeface="Arial"/>
              </a:rPr>
              <a:t>04</a:t>
            </a:r>
          </a:p>
        </p:txBody>
      </p:sp>
      <p:sp>
        <p:nvSpPr>
          <p:cNvPr id="16" name="">
            <a:extLst xmlns:a="http://schemas.openxmlformats.org/drawingml/2006/main">
              <a:ext uri="{FF2B5EF4-FFF2-40B4-BE49-F238E27FC236}">
                <a16:creationId xmlns:a16="http://schemas.microsoft.com/office/drawing/2014/main" id="{87957E8D-A4BD-4846-8BF7-E82630A3D649}"/>
              </a:ext>
            </a:extLst>
          </p:cNvPr>
          <p:cNvSpPr>
            <a:spLocks xmlns:a="http://schemas.openxmlformats.org/drawingml/2006/main" noGrp="1"/>
          </p:cNvSpPr>
          <p:nvPr/>
        </p:nvSpPr>
        <p:spPr>
          <a:xfrm xmlns:a="http://schemas.openxmlformats.org/drawingml/2006/main">
            <a:off x="7286625" y="3038475"/>
            <a:ext cx="1943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11225"/>
                </a:solidFill>
                <a:latin typeface="Arial"/>
                <a:ea typeface="Arial"/>
                <a:cs typeface="Arial"/>
              </a:defRPr>
            </a:defPPr>
            <a:lvl1pPr algn="l">
              <a:defRPr sz="1725" b="1">
                <a:solidFill>
                  <a:srgbClr val="111225"/>
                </a:solidFill>
                <a:latin typeface="Arial"/>
                <a:ea typeface="Arial"/>
                <a:cs typeface="Arial"/>
              </a:defRPr>
            </a:lvl1pPr>
            <a:lvl2pPr algn="l">
              <a:defRPr sz="1725" b="1">
                <a:solidFill>
                  <a:srgbClr val="111225"/>
                </a:solidFill>
                <a:latin typeface="Arial"/>
                <a:ea typeface="Arial"/>
                <a:cs typeface="Arial"/>
              </a:defRPr>
            </a:lvl2pPr>
            <a:lvl3pPr algn="l">
              <a:defRPr sz="1725" b="1">
                <a:solidFill>
                  <a:srgbClr val="111225"/>
                </a:solidFill>
                <a:latin typeface="Arial"/>
                <a:ea typeface="Arial"/>
                <a:cs typeface="Arial"/>
              </a:defRPr>
            </a:lvl3pPr>
            <a:lvl4pPr algn="l">
              <a:defRPr sz="1725" b="1">
                <a:solidFill>
                  <a:srgbClr val="111225"/>
                </a:solidFill>
                <a:latin typeface="Arial"/>
                <a:ea typeface="Arial"/>
                <a:cs typeface="Arial"/>
              </a:defRPr>
            </a:lvl4pPr>
            <a:lvl5pPr algn="l">
              <a:defRPr sz="1725" b="1">
                <a:solidFill>
                  <a:srgbClr val="111225"/>
                </a:solidFill>
                <a:latin typeface="Arial"/>
                <a:ea typeface="Arial"/>
                <a:cs typeface="Arial"/>
              </a:defRPr>
            </a:lvl5pPr>
            <a:lvl6pPr algn="l">
              <a:defRPr sz="1725" b="1">
                <a:solidFill>
                  <a:srgbClr val="111225"/>
                </a:solidFill>
                <a:latin typeface="Arial"/>
                <a:ea typeface="Arial"/>
                <a:cs typeface="Arial"/>
              </a:defRPr>
            </a:lvl6pPr>
            <a:lvl7pPr algn="l">
              <a:defRPr sz="1725" b="1">
                <a:solidFill>
                  <a:srgbClr val="111225"/>
                </a:solidFill>
                <a:latin typeface="Arial"/>
                <a:ea typeface="Arial"/>
                <a:cs typeface="Arial"/>
              </a:defRPr>
            </a:lvl7pPr>
            <a:lvl8pPr algn="l">
              <a:defRPr sz="1725" b="1">
                <a:solidFill>
                  <a:srgbClr val="111225"/>
                </a:solidFill>
                <a:latin typeface="Arial"/>
                <a:ea typeface="Arial"/>
                <a:cs typeface="Arial"/>
              </a:defRPr>
            </a:lvl8pPr>
            <a:lvl9pPr algn="l">
              <a:defRPr sz="1725" b="1">
                <a:solidFill>
                  <a:srgbClr val="111225"/>
                </a:solidFill>
                <a:latin typeface="Arial"/>
                <a:ea typeface="Arial"/>
                <a:cs typeface="Arial"/>
              </a:defRPr>
            </a:lvl9pPr>
          </a:lstStyle>
          <a:p xmlns:a="http://schemas.openxmlformats.org/drawingml/2006/main">
            <a:pPr algn="l">
              <a:defRPr sz="1725" b="1">
                <a:solidFill>
                  <a:srgbClr val="111225"/>
                </a:solidFill>
                <a:latin typeface="Arial"/>
                <a:ea typeface="Arial"/>
                <a:cs typeface="Arial"/>
              </a:defRPr>
            </a:pPr>
            <a:r>
              <a:rPr sz="1725" b="1">
                <a:solidFill>
                  <a:srgbClr val="111225"/>
                </a:solidFill>
                <a:latin typeface="Arial"/>
                <a:ea typeface="Arial"/>
                <a:cs typeface="Arial"/>
              </a:rPr>
              <a:t>EDIT</a:t>
            </a:r>
          </a:p>
        </p:txBody>
      </p:sp>
      <p:sp>
        <p:nvSpPr>
          <p:cNvPr id="17" name="">
            <a:extLst xmlns:a="http://schemas.openxmlformats.org/drawingml/2006/main">
              <a:ext uri="{FF2B5EF4-FFF2-40B4-BE49-F238E27FC236}">
                <a16:creationId xmlns:a16="http://schemas.microsoft.com/office/drawing/2014/main" id="{2666107E-7F89-4F22-A64C-0373648D77A6}"/>
              </a:ext>
            </a:extLst>
          </p:cNvPr>
          <p:cNvSpPr>
            <a:spLocks xmlns:a="http://schemas.openxmlformats.org/drawingml/2006/main" noGrp="1"/>
          </p:cNvSpPr>
          <p:nvPr/>
        </p:nvSpPr>
        <p:spPr>
          <a:xfrm xmlns:a="http://schemas.openxmlformats.org/drawingml/2006/main">
            <a:off x="7286625" y="3581400"/>
            <a:ext cx="195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1B1B35"/>
                </a:solidFill>
                <a:latin typeface="Arial"/>
                <a:ea typeface="Arial"/>
                <a:cs typeface="Arial"/>
              </a:defRPr>
            </a:defPPr>
            <a:lvl1pPr algn="l">
              <a:defRPr sz="1350" b="0">
                <a:solidFill>
                  <a:srgbClr val="1B1B35"/>
                </a:solidFill>
                <a:latin typeface="Arial"/>
                <a:ea typeface="Arial"/>
                <a:cs typeface="Arial"/>
              </a:defRPr>
            </a:lvl1pPr>
            <a:lvl2pPr algn="l">
              <a:defRPr sz="1350" b="0">
                <a:solidFill>
                  <a:srgbClr val="1B1B35"/>
                </a:solidFill>
                <a:latin typeface="Arial"/>
                <a:ea typeface="Arial"/>
                <a:cs typeface="Arial"/>
              </a:defRPr>
            </a:lvl2pPr>
            <a:lvl3pPr algn="l">
              <a:defRPr sz="1350" b="0">
                <a:solidFill>
                  <a:srgbClr val="1B1B35"/>
                </a:solidFill>
                <a:latin typeface="Arial"/>
                <a:ea typeface="Arial"/>
                <a:cs typeface="Arial"/>
              </a:defRPr>
            </a:lvl3pPr>
            <a:lvl4pPr algn="l">
              <a:defRPr sz="1350" b="0">
                <a:solidFill>
                  <a:srgbClr val="1B1B35"/>
                </a:solidFill>
                <a:latin typeface="Arial"/>
                <a:ea typeface="Arial"/>
                <a:cs typeface="Arial"/>
              </a:defRPr>
            </a:lvl4pPr>
            <a:lvl5pPr algn="l">
              <a:defRPr sz="1350" b="0">
                <a:solidFill>
                  <a:srgbClr val="1B1B35"/>
                </a:solidFill>
                <a:latin typeface="Arial"/>
                <a:ea typeface="Arial"/>
                <a:cs typeface="Arial"/>
              </a:defRPr>
            </a:lvl5pPr>
            <a:lvl6pPr algn="l">
              <a:defRPr sz="1350" b="0">
                <a:solidFill>
                  <a:srgbClr val="1B1B35"/>
                </a:solidFill>
                <a:latin typeface="Arial"/>
                <a:ea typeface="Arial"/>
                <a:cs typeface="Arial"/>
              </a:defRPr>
            </a:lvl6pPr>
            <a:lvl7pPr algn="l">
              <a:defRPr sz="1350" b="0">
                <a:solidFill>
                  <a:srgbClr val="1B1B35"/>
                </a:solidFill>
                <a:latin typeface="Arial"/>
                <a:ea typeface="Arial"/>
                <a:cs typeface="Arial"/>
              </a:defRPr>
            </a:lvl7pPr>
            <a:lvl8pPr algn="l">
              <a:defRPr sz="1350" b="0">
                <a:solidFill>
                  <a:srgbClr val="1B1B35"/>
                </a:solidFill>
                <a:latin typeface="Arial"/>
                <a:ea typeface="Arial"/>
                <a:cs typeface="Arial"/>
              </a:defRPr>
            </a:lvl8pPr>
            <a:lvl9pPr algn="l">
              <a:defRPr sz="1350" b="0">
                <a:solidFill>
                  <a:srgbClr val="1B1B35"/>
                </a:solidFill>
                <a:latin typeface="Arial"/>
                <a:ea typeface="Arial"/>
                <a:cs typeface="Arial"/>
              </a:defRPr>
            </a:lvl9pPr>
          </a:lstStyle>
          <a:p xmlns:a="http://schemas.openxmlformats.org/drawingml/2006/main">
            <a:pPr algn="l">
              <a:defRPr sz="1350" b="0">
                <a:solidFill>
                  <a:srgbClr val="1B1B35"/>
                </a:solidFill>
                <a:latin typeface="Arial"/>
                <a:ea typeface="Arial"/>
                <a:cs typeface="Arial"/>
              </a:defRPr>
            </a:pPr>
            <a:r>
              <a:rPr sz="1350" b="0">
                <a:solidFill>
                  <a:srgbClr val="1B1B35"/>
                </a:solidFill>
                <a:latin typeface="Arial"/>
                <a:ea typeface="Arial"/>
                <a:cs typeface="Arial"/>
              </a:rPr>
              <a:t>Shape draft</a:t>
            </a:r>
          </a:p>
          <a:p xmlns:a="http://schemas.openxmlformats.org/drawingml/2006/main">
            <a:pPr algn="l">
              <a:defRPr sz="1350" b="0">
                <a:solidFill>
                  <a:srgbClr val="1B1B35"/>
                </a:solidFill>
                <a:latin typeface="Arial"/>
                <a:ea typeface="Arial"/>
                <a:cs typeface="Arial"/>
              </a:defRPr>
            </a:pPr>
            <a:r>
              <a:rPr sz="1350" b="0">
                <a:solidFill>
                  <a:srgbClr val="1B1B35"/>
                </a:solidFill>
                <a:latin typeface="Arial"/>
                <a:ea typeface="Arial"/>
                <a:cs typeface="Arial"/>
              </a:rPr>
              <a:t>answers.</a:t>
            </a:r>
          </a:p>
        </p:txBody>
      </p:sp>
      <p:sp>
        <p:nvSpPr>
          <p:cNvPr id="18" name="">
            <a:extLst xmlns:a="http://schemas.openxmlformats.org/drawingml/2006/main">
              <a:ext uri="{FF2B5EF4-FFF2-40B4-BE49-F238E27FC236}">
                <a16:creationId xmlns:a16="http://schemas.microsoft.com/office/drawing/2014/main" id="{0E7AFEE9-4829-4993-AB9B-19A4BD74F9D9}"/>
              </a:ext>
            </a:extLst>
          </p:cNvPr>
          <p:cNvSpPr>
            <a:spLocks xmlns:a="http://schemas.openxmlformats.org/drawingml/2006/main" noGrp="1"/>
          </p:cNvSpPr>
          <p:nvPr/>
        </p:nvSpPr>
        <p:spPr>
          <a:xfrm xmlns:a="http://schemas.openxmlformats.org/drawingml/2006/main">
            <a:off x="9210675" y="3105150"/>
            <a:ext cx="209550" cy="190500"/>
          </a:xfrm>
          <a:prstGeom xmlns:a="http://schemas.openxmlformats.org/drawingml/2006/main" prst="rightArrow">
            <a:avLst/>
          </a:prstGeom>
          <a:solidFill xmlns:a="http://schemas.openxmlformats.org/drawingml/2006/main">
            <a:srgbClr val="11122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ECDEF55-2F70-4709-BB17-429C49013E51}"/>
              </a:ext>
            </a:extLst>
          </p:cNvPr>
          <p:cNvSpPr>
            <a:spLocks xmlns:a="http://schemas.openxmlformats.org/drawingml/2006/main" noGrp="1"/>
          </p:cNvSpPr>
          <p:nvPr/>
        </p:nvSpPr>
        <p:spPr>
          <a:xfrm xmlns:a="http://schemas.openxmlformats.org/drawingml/2006/main">
            <a:off x="9467850" y="25431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7657FF"/>
                </a:solidFill>
                <a:latin typeface="Arial"/>
                <a:ea typeface="Arial"/>
                <a:cs typeface="Arial"/>
              </a:defRPr>
            </a:defPPr>
            <a:lvl1pPr algn="l">
              <a:defRPr sz="1200" b="1">
                <a:solidFill>
                  <a:srgbClr val="7657FF"/>
                </a:solidFill>
                <a:latin typeface="Arial"/>
                <a:ea typeface="Arial"/>
                <a:cs typeface="Arial"/>
              </a:defRPr>
            </a:lvl1pPr>
            <a:lvl2pPr algn="l">
              <a:defRPr sz="1200" b="1">
                <a:solidFill>
                  <a:srgbClr val="7657FF"/>
                </a:solidFill>
                <a:latin typeface="Arial"/>
                <a:ea typeface="Arial"/>
                <a:cs typeface="Arial"/>
              </a:defRPr>
            </a:lvl2pPr>
            <a:lvl3pPr algn="l">
              <a:defRPr sz="1200" b="1">
                <a:solidFill>
                  <a:srgbClr val="7657FF"/>
                </a:solidFill>
                <a:latin typeface="Arial"/>
                <a:ea typeface="Arial"/>
                <a:cs typeface="Arial"/>
              </a:defRPr>
            </a:lvl3pPr>
            <a:lvl4pPr algn="l">
              <a:defRPr sz="1200" b="1">
                <a:solidFill>
                  <a:srgbClr val="7657FF"/>
                </a:solidFill>
                <a:latin typeface="Arial"/>
                <a:ea typeface="Arial"/>
                <a:cs typeface="Arial"/>
              </a:defRPr>
            </a:lvl4pPr>
            <a:lvl5pPr algn="l">
              <a:defRPr sz="1200" b="1">
                <a:solidFill>
                  <a:srgbClr val="7657FF"/>
                </a:solidFill>
                <a:latin typeface="Arial"/>
                <a:ea typeface="Arial"/>
                <a:cs typeface="Arial"/>
              </a:defRPr>
            </a:lvl5pPr>
            <a:lvl6pPr algn="l">
              <a:defRPr sz="1200" b="1">
                <a:solidFill>
                  <a:srgbClr val="7657FF"/>
                </a:solidFill>
                <a:latin typeface="Arial"/>
                <a:ea typeface="Arial"/>
                <a:cs typeface="Arial"/>
              </a:defRPr>
            </a:lvl6pPr>
            <a:lvl7pPr algn="l">
              <a:defRPr sz="1200" b="1">
                <a:solidFill>
                  <a:srgbClr val="7657FF"/>
                </a:solidFill>
                <a:latin typeface="Arial"/>
                <a:ea typeface="Arial"/>
                <a:cs typeface="Arial"/>
              </a:defRPr>
            </a:lvl7pPr>
            <a:lvl8pPr algn="l">
              <a:defRPr sz="1200" b="1">
                <a:solidFill>
                  <a:srgbClr val="7657FF"/>
                </a:solidFill>
                <a:latin typeface="Arial"/>
                <a:ea typeface="Arial"/>
                <a:cs typeface="Arial"/>
              </a:defRPr>
            </a:lvl8pPr>
            <a:lvl9pPr algn="l">
              <a:defRPr sz="1200" b="1">
                <a:solidFill>
                  <a:srgbClr val="7657FF"/>
                </a:solidFill>
                <a:latin typeface="Arial"/>
                <a:ea typeface="Arial"/>
                <a:cs typeface="Arial"/>
              </a:defRPr>
            </a:lvl9pPr>
          </a:lstStyle>
          <a:p xmlns:a="http://schemas.openxmlformats.org/drawingml/2006/main">
            <a:pPr algn="l">
              <a:defRPr sz="1200" b="1">
                <a:solidFill>
                  <a:srgbClr val="7657FF"/>
                </a:solidFill>
                <a:latin typeface="Arial"/>
                <a:ea typeface="Arial"/>
                <a:cs typeface="Arial"/>
              </a:defRPr>
            </a:pPr>
            <a:r>
              <a:rPr sz="1200" b="1">
                <a:solidFill>
                  <a:srgbClr val="7657FF"/>
                </a:solidFill>
                <a:latin typeface="Arial"/>
                <a:ea typeface="Arial"/>
                <a:cs typeface="Arial"/>
              </a:rPr>
              <a:t>05</a:t>
            </a:r>
          </a:p>
        </p:txBody>
      </p:sp>
      <p:sp>
        <p:nvSpPr>
          <p:cNvPr id="20" name="">
            <a:extLst xmlns:a="http://schemas.openxmlformats.org/drawingml/2006/main">
              <a:ext uri="{FF2B5EF4-FFF2-40B4-BE49-F238E27FC236}">
                <a16:creationId xmlns:a16="http://schemas.microsoft.com/office/drawing/2014/main" id="{AE62B43C-FF61-4279-A807-0B1A2064C2AC}"/>
              </a:ext>
            </a:extLst>
          </p:cNvPr>
          <p:cNvSpPr>
            <a:spLocks xmlns:a="http://schemas.openxmlformats.org/drawingml/2006/main" noGrp="1"/>
          </p:cNvSpPr>
          <p:nvPr/>
        </p:nvSpPr>
        <p:spPr>
          <a:xfrm xmlns:a="http://schemas.openxmlformats.org/drawingml/2006/main">
            <a:off x="9467850" y="3038475"/>
            <a:ext cx="1943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11225"/>
                </a:solidFill>
                <a:latin typeface="Arial"/>
                <a:ea typeface="Arial"/>
                <a:cs typeface="Arial"/>
              </a:defRPr>
            </a:defPPr>
            <a:lvl1pPr algn="l">
              <a:defRPr sz="1725" b="1">
                <a:solidFill>
                  <a:srgbClr val="111225"/>
                </a:solidFill>
                <a:latin typeface="Arial"/>
                <a:ea typeface="Arial"/>
                <a:cs typeface="Arial"/>
              </a:defRPr>
            </a:lvl1pPr>
            <a:lvl2pPr algn="l">
              <a:defRPr sz="1725" b="1">
                <a:solidFill>
                  <a:srgbClr val="111225"/>
                </a:solidFill>
                <a:latin typeface="Arial"/>
                <a:ea typeface="Arial"/>
                <a:cs typeface="Arial"/>
              </a:defRPr>
            </a:lvl2pPr>
            <a:lvl3pPr algn="l">
              <a:defRPr sz="1725" b="1">
                <a:solidFill>
                  <a:srgbClr val="111225"/>
                </a:solidFill>
                <a:latin typeface="Arial"/>
                <a:ea typeface="Arial"/>
                <a:cs typeface="Arial"/>
              </a:defRPr>
            </a:lvl3pPr>
            <a:lvl4pPr algn="l">
              <a:defRPr sz="1725" b="1">
                <a:solidFill>
                  <a:srgbClr val="111225"/>
                </a:solidFill>
                <a:latin typeface="Arial"/>
                <a:ea typeface="Arial"/>
                <a:cs typeface="Arial"/>
              </a:defRPr>
            </a:lvl4pPr>
            <a:lvl5pPr algn="l">
              <a:defRPr sz="1725" b="1">
                <a:solidFill>
                  <a:srgbClr val="111225"/>
                </a:solidFill>
                <a:latin typeface="Arial"/>
                <a:ea typeface="Arial"/>
                <a:cs typeface="Arial"/>
              </a:defRPr>
            </a:lvl5pPr>
            <a:lvl6pPr algn="l">
              <a:defRPr sz="1725" b="1">
                <a:solidFill>
                  <a:srgbClr val="111225"/>
                </a:solidFill>
                <a:latin typeface="Arial"/>
                <a:ea typeface="Arial"/>
                <a:cs typeface="Arial"/>
              </a:defRPr>
            </a:lvl6pPr>
            <a:lvl7pPr algn="l">
              <a:defRPr sz="1725" b="1">
                <a:solidFill>
                  <a:srgbClr val="111225"/>
                </a:solidFill>
                <a:latin typeface="Arial"/>
                <a:ea typeface="Arial"/>
                <a:cs typeface="Arial"/>
              </a:defRPr>
            </a:lvl7pPr>
            <a:lvl8pPr algn="l">
              <a:defRPr sz="1725" b="1">
                <a:solidFill>
                  <a:srgbClr val="111225"/>
                </a:solidFill>
                <a:latin typeface="Arial"/>
                <a:ea typeface="Arial"/>
                <a:cs typeface="Arial"/>
              </a:defRPr>
            </a:lvl8pPr>
            <a:lvl9pPr algn="l">
              <a:defRPr sz="1725" b="1">
                <a:solidFill>
                  <a:srgbClr val="111225"/>
                </a:solidFill>
                <a:latin typeface="Arial"/>
                <a:ea typeface="Arial"/>
                <a:cs typeface="Arial"/>
              </a:defRPr>
            </a:lvl9pPr>
          </a:lstStyle>
          <a:p xmlns:a="http://schemas.openxmlformats.org/drawingml/2006/main">
            <a:pPr algn="l">
              <a:defRPr sz="1725" b="1">
                <a:solidFill>
                  <a:srgbClr val="111225"/>
                </a:solidFill>
                <a:latin typeface="Arial"/>
                <a:ea typeface="Arial"/>
                <a:cs typeface="Arial"/>
              </a:defRPr>
            </a:pPr>
            <a:r>
              <a:rPr sz="1725" b="1">
                <a:solidFill>
                  <a:srgbClr val="111225"/>
                </a:solidFill>
                <a:latin typeface="Arial"/>
                <a:ea typeface="Arial"/>
                <a:cs typeface="Arial"/>
              </a:rPr>
              <a:t>CONFIRM</a:t>
            </a:r>
          </a:p>
        </p:txBody>
      </p:sp>
      <p:sp>
        <p:nvSpPr>
          <p:cNvPr id="21" name="">
            <a:extLst xmlns:a="http://schemas.openxmlformats.org/drawingml/2006/main">
              <a:ext uri="{FF2B5EF4-FFF2-40B4-BE49-F238E27FC236}">
                <a16:creationId xmlns:a16="http://schemas.microsoft.com/office/drawing/2014/main" id="{6ABBDE38-ACCF-4C4B-963D-1C3BAE468FEA}"/>
              </a:ext>
            </a:extLst>
          </p:cNvPr>
          <p:cNvSpPr>
            <a:spLocks xmlns:a="http://schemas.openxmlformats.org/drawingml/2006/main" noGrp="1"/>
          </p:cNvSpPr>
          <p:nvPr/>
        </p:nvSpPr>
        <p:spPr>
          <a:xfrm xmlns:a="http://schemas.openxmlformats.org/drawingml/2006/main">
            <a:off x="9467850" y="3581400"/>
            <a:ext cx="195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1B1B35"/>
                </a:solidFill>
                <a:latin typeface="Arial"/>
                <a:ea typeface="Arial"/>
                <a:cs typeface="Arial"/>
              </a:defRPr>
            </a:defPPr>
            <a:lvl1pPr algn="l">
              <a:defRPr sz="1350" b="0">
                <a:solidFill>
                  <a:srgbClr val="1B1B35"/>
                </a:solidFill>
                <a:latin typeface="Arial"/>
                <a:ea typeface="Arial"/>
                <a:cs typeface="Arial"/>
              </a:defRPr>
            </a:lvl1pPr>
            <a:lvl2pPr algn="l">
              <a:defRPr sz="1350" b="0">
                <a:solidFill>
                  <a:srgbClr val="1B1B35"/>
                </a:solidFill>
                <a:latin typeface="Arial"/>
                <a:ea typeface="Arial"/>
                <a:cs typeface="Arial"/>
              </a:defRPr>
            </a:lvl2pPr>
            <a:lvl3pPr algn="l">
              <a:defRPr sz="1350" b="0">
                <a:solidFill>
                  <a:srgbClr val="1B1B35"/>
                </a:solidFill>
                <a:latin typeface="Arial"/>
                <a:ea typeface="Arial"/>
                <a:cs typeface="Arial"/>
              </a:defRPr>
            </a:lvl3pPr>
            <a:lvl4pPr algn="l">
              <a:defRPr sz="1350" b="0">
                <a:solidFill>
                  <a:srgbClr val="1B1B35"/>
                </a:solidFill>
                <a:latin typeface="Arial"/>
                <a:ea typeface="Arial"/>
                <a:cs typeface="Arial"/>
              </a:defRPr>
            </a:lvl4pPr>
            <a:lvl5pPr algn="l">
              <a:defRPr sz="1350" b="0">
                <a:solidFill>
                  <a:srgbClr val="1B1B35"/>
                </a:solidFill>
                <a:latin typeface="Arial"/>
                <a:ea typeface="Arial"/>
                <a:cs typeface="Arial"/>
              </a:defRPr>
            </a:lvl5pPr>
            <a:lvl6pPr algn="l">
              <a:defRPr sz="1350" b="0">
                <a:solidFill>
                  <a:srgbClr val="1B1B35"/>
                </a:solidFill>
                <a:latin typeface="Arial"/>
                <a:ea typeface="Arial"/>
                <a:cs typeface="Arial"/>
              </a:defRPr>
            </a:lvl6pPr>
            <a:lvl7pPr algn="l">
              <a:defRPr sz="1350" b="0">
                <a:solidFill>
                  <a:srgbClr val="1B1B35"/>
                </a:solidFill>
                <a:latin typeface="Arial"/>
                <a:ea typeface="Arial"/>
                <a:cs typeface="Arial"/>
              </a:defRPr>
            </a:lvl7pPr>
            <a:lvl8pPr algn="l">
              <a:defRPr sz="1350" b="0">
                <a:solidFill>
                  <a:srgbClr val="1B1B35"/>
                </a:solidFill>
                <a:latin typeface="Arial"/>
                <a:ea typeface="Arial"/>
                <a:cs typeface="Arial"/>
              </a:defRPr>
            </a:lvl8pPr>
            <a:lvl9pPr algn="l">
              <a:defRPr sz="1350" b="0">
                <a:solidFill>
                  <a:srgbClr val="1B1B35"/>
                </a:solidFill>
                <a:latin typeface="Arial"/>
                <a:ea typeface="Arial"/>
                <a:cs typeface="Arial"/>
              </a:defRPr>
            </a:lvl9pPr>
          </a:lstStyle>
          <a:p xmlns:a="http://schemas.openxmlformats.org/drawingml/2006/main">
            <a:pPr algn="l">
              <a:defRPr sz="1350" b="0">
                <a:solidFill>
                  <a:srgbClr val="1B1B35"/>
                </a:solidFill>
                <a:latin typeface="Arial"/>
                <a:ea typeface="Arial"/>
                <a:cs typeface="Arial"/>
              </a:defRPr>
            </a:pPr>
            <a:r>
              <a:rPr sz="1350" b="0">
                <a:solidFill>
                  <a:srgbClr val="1B1B35"/>
                </a:solidFill>
                <a:latin typeface="Arial"/>
                <a:ea typeface="Arial"/>
                <a:cs typeface="Arial"/>
              </a:rPr>
              <a:t>Choose the</a:t>
            </a:r>
          </a:p>
          <a:p xmlns:a="http://schemas.openxmlformats.org/drawingml/2006/main">
            <a:pPr algn="l">
              <a:defRPr sz="1350" b="0">
                <a:solidFill>
                  <a:srgbClr val="1B1B35"/>
                </a:solidFill>
                <a:latin typeface="Arial"/>
                <a:ea typeface="Arial"/>
                <a:cs typeface="Arial"/>
              </a:defRPr>
            </a:pPr>
            <a:r>
              <a:rPr sz="1350" b="0">
                <a:solidFill>
                  <a:srgbClr val="1B1B35"/>
                </a:solidFill>
                <a:latin typeface="Arial"/>
                <a:ea typeface="Arial"/>
                <a:cs typeface="Arial"/>
              </a:rPr>
              <a:t>next action.</a:t>
            </a:r>
          </a:p>
        </p:txBody>
      </p:sp>
      <p:sp>
        <p:nvSpPr>
          <p:cNvPr id="22" name="">
            <a:extLst xmlns:a="http://schemas.openxmlformats.org/drawingml/2006/main">
              <a:ext uri="{FF2B5EF4-FFF2-40B4-BE49-F238E27FC236}">
                <a16:creationId xmlns:a16="http://schemas.microsoft.com/office/drawing/2014/main" id="{D44DEDBB-A5A4-437B-8850-800122DBC91A}"/>
              </a:ext>
            </a:extLst>
          </p:cNvPr>
          <p:cNvSpPr>
            <a:spLocks xmlns:a="http://schemas.openxmlformats.org/drawingml/2006/main" noGrp="1"/>
          </p:cNvSpPr>
          <p:nvPr/>
        </p:nvSpPr>
        <p:spPr>
          <a:xfrm xmlns:a="http://schemas.openxmlformats.org/drawingml/2006/main">
            <a:off x="742950" y="4695825"/>
            <a:ext cx="10668000" cy="9525"/>
          </a:xfrm>
          <a:prstGeom xmlns:a="http://schemas.openxmlformats.org/drawingml/2006/main" prst="rect">
            <a:avLst/>
          </a:prstGeom>
          <a:solidFill xmlns:a="http://schemas.openxmlformats.org/drawingml/2006/main">
            <a:srgbClr val="859B2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15F01D5-586D-452C-A62C-42AB88E37BB0}"/>
              </a:ext>
            </a:extLst>
          </p:cNvPr>
          <p:cNvSpPr>
            <a:spLocks xmlns:a="http://schemas.openxmlformats.org/drawingml/2006/main" noGrp="1"/>
          </p:cNvSpPr>
          <p:nvPr/>
        </p:nvSpPr>
        <p:spPr>
          <a:xfrm xmlns:a="http://schemas.openxmlformats.org/drawingml/2006/main">
            <a:off x="762000" y="5000625"/>
            <a:ext cx="10363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11225"/>
                </a:solidFill>
                <a:latin typeface="Arial"/>
                <a:ea typeface="Arial"/>
                <a:cs typeface="Arial"/>
              </a:defRPr>
            </a:defPPr>
            <a:lvl1pPr algn="l">
              <a:defRPr sz="1650" b="1">
                <a:solidFill>
                  <a:srgbClr val="111225"/>
                </a:solidFill>
                <a:latin typeface="Arial"/>
                <a:ea typeface="Arial"/>
                <a:cs typeface="Arial"/>
              </a:defRPr>
            </a:lvl1pPr>
            <a:lvl2pPr algn="l">
              <a:defRPr sz="1650" b="1">
                <a:solidFill>
                  <a:srgbClr val="111225"/>
                </a:solidFill>
                <a:latin typeface="Arial"/>
                <a:ea typeface="Arial"/>
                <a:cs typeface="Arial"/>
              </a:defRPr>
            </a:lvl2pPr>
            <a:lvl3pPr algn="l">
              <a:defRPr sz="1650" b="1">
                <a:solidFill>
                  <a:srgbClr val="111225"/>
                </a:solidFill>
                <a:latin typeface="Arial"/>
                <a:ea typeface="Arial"/>
                <a:cs typeface="Arial"/>
              </a:defRPr>
            </a:lvl3pPr>
            <a:lvl4pPr algn="l">
              <a:defRPr sz="1650" b="1">
                <a:solidFill>
                  <a:srgbClr val="111225"/>
                </a:solidFill>
                <a:latin typeface="Arial"/>
                <a:ea typeface="Arial"/>
                <a:cs typeface="Arial"/>
              </a:defRPr>
            </a:lvl4pPr>
            <a:lvl5pPr algn="l">
              <a:defRPr sz="1650" b="1">
                <a:solidFill>
                  <a:srgbClr val="111225"/>
                </a:solidFill>
                <a:latin typeface="Arial"/>
                <a:ea typeface="Arial"/>
                <a:cs typeface="Arial"/>
              </a:defRPr>
            </a:lvl5pPr>
            <a:lvl6pPr algn="l">
              <a:defRPr sz="1650" b="1">
                <a:solidFill>
                  <a:srgbClr val="111225"/>
                </a:solidFill>
                <a:latin typeface="Arial"/>
                <a:ea typeface="Arial"/>
                <a:cs typeface="Arial"/>
              </a:defRPr>
            </a:lvl6pPr>
            <a:lvl7pPr algn="l">
              <a:defRPr sz="1650" b="1">
                <a:solidFill>
                  <a:srgbClr val="111225"/>
                </a:solidFill>
                <a:latin typeface="Arial"/>
                <a:ea typeface="Arial"/>
                <a:cs typeface="Arial"/>
              </a:defRPr>
            </a:lvl7pPr>
            <a:lvl8pPr algn="l">
              <a:defRPr sz="1650" b="1">
                <a:solidFill>
                  <a:srgbClr val="111225"/>
                </a:solidFill>
                <a:latin typeface="Arial"/>
                <a:ea typeface="Arial"/>
                <a:cs typeface="Arial"/>
              </a:defRPr>
            </a:lvl8pPr>
            <a:lvl9pPr algn="l">
              <a:defRPr sz="1650" b="1">
                <a:solidFill>
                  <a:srgbClr val="111225"/>
                </a:solidFill>
                <a:latin typeface="Arial"/>
                <a:ea typeface="Arial"/>
                <a:cs typeface="Arial"/>
              </a:defRPr>
            </a:lvl9pPr>
          </a:lstStyle>
          <a:p xmlns:a="http://schemas.openxmlformats.org/drawingml/2006/main">
            <a:pPr algn="l">
              <a:defRPr sz="1650" b="1">
                <a:solidFill>
                  <a:srgbClr val="111225"/>
                </a:solidFill>
                <a:latin typeface="Arial"/>
                <a:ea typeface="Arial"/>
                <a:cs typeface="Arial"/>
              </a:defRPr>
            </a:pPr>
            <a:r>
              <a:rPr sz="1650" b="1">
                <a:solidFill>
                  <a:srgbClr val="111225"/>
                </a:solidFill>
                <a:latin typeface="Arial"/>
                <a:ea typeface="Arial"/>
                <a:cs typeface="Arial"/>
              </a:rPr>
              <a:t>No passwords or MFA codes. No application starts without explicit confirmation.</a:t>
            </a:r>
          </a:p>
        </p:txBody>
      </p:sp>
      <p:sp>
        <p:nvSpPr>
          <p:cNvPr id="24" name="">
            <a:extLst xmlns:a="http://schemas.openxmlformats.org/drawingml/2006/main">
              <a:ext uri="{FF2B5EF4-FFF2-40B4-BE49-F238E27FC236}">
                <a16:creationId xmlns:a16="http://schemas.microsoft.com/office/drawing/2014/main" id="{817CEC2C-E88B-456C-BCBE-1A99724B1F70}"/>
              </a:ext>
            </a:extLst>
          </p:cNvPr>
          <p:cNvSpPr>
            <a:spLocks xmlns:a="http://schemas.openxmlformats.org/drawingml/2006/main" noGrp="1"/>
          </p:cNvSpPr>
          <p:nvPr/>
        </p:nvSpPr>
        <p:spPr>
          <a:xfrm xmlns:a="http://schemas.openxmlformats.org/drawingml/2006/main">
            <a:off x="762000" y="5505450"/>
            <a:ext cx="10363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1B1B35"/>
                </a:solidFill>
                <a:latin typeface="Arial"/>
                <a:ea typeface="Arial"/>
                <a:cs typeface="Arial"/>
              </a:defRPr>
            </a:defPPr>
            <a:lvl1pPr algn="l">
              <a:defRPr sz="1350" b="0">
                <a:solidFill>
                  <a:srgbClr val="1B1B35"/>
                </a:solidFill>
                <a:latin typeface="Arial"/>
                <a:ea typeface="Arial"/>
                <a:cs typeface="Arial"/>
              </a:defRPr>
            </a:lvl1pPr>
            <a:lvl2pPr algn="l">
              <a:defRPr sz="1350" b="0">
                <a:solidFill>
                  <a:srgbClr val="1B1B35"/>
                </a:solidFill>
                <a:latin typeface="Arial"/>
                <a:ea typeface="Arial"/>
                <a:cs typeface="Arial"/>
              </a:defRPr>
            </a:lvl2pPr>
            <a:lvl3pPr algn="l">
              <a:defRPr sz="1350" b="0">
                <a:solidFill>
                  <a:srgbClr val="1B1B35"/>
                </a:solidFill>
                <a:latin typeface="Arial"/>
                <a:ea typeface="Arial"/>
                <a:cs typeface="Arial"/>
              </a:defRPr>
            </a:lvl3pPr>
            <a:lvl4pPr algn="l">
              <a:defRPr sz="1350" b="0">
                <a:solidFill>
                  <a:srgbClr val="1B1B35"/>
                </a:solidFill>
                <a:latin typeface="Arial"/>
                <a:ea typeface="Arial"/>
                <a:cs typeface="Arial"/>
              </a:defRPr>
            </a:lvl4pPr>
            <a:lvl5pPr algn="l">
              <a:defRPr sz="1350" b="0">
                <a:solidFill>
                  <a:srgbClr val="1B1B35"/>
                </a:solidFill>
                <a:latin typeface="Arial"/>
                <a:ea typeface="Arial"/>
                <a:cs typeface="Arial"/>
              </a:defRPr>
            </a:lvl5pPr>
            <a:lvl6pPr algn="l">
              <a:defRPr sz="1350" b="0">
                <a:solidFill>
                  <a:srgbClr val="1B1B35"/>
                </a:solidFill>
                <a:latin typeface="Arial"/>
                <a:ea typeface="Arial"/>
                <a:cs typeface="Arial"/>
              </a:defRPr>
            </a:lvl6pPr>
            <a:lvl7pPr algn="l">
              <a:defRPr sz="1350" b="0">
                <a:solidFill>
                  <a:srgbClr val="1B1B35"/>
                </a:solidFill>
                <a:latin typeface="Arial"/>
                <a:ea typeface="Arial"/>
                <a:cs typeface="Arial"/>
              </a:defRPr>
            </a:lvl7pPr>
            <a:lvl8pPr algn="l">
              <a:defRPr sz="1350" b="0">
                <a:solidFill>
                  <a:srgbClr val="1B1B35"/>
                </a:solidFill>
                <a:latin typeface="Arial"/>
                <a:ea typeface="Arial"/>
                <a:cs typeface="Arial"/>
              </a:defRPr>
            </a:lvl8pPr>
            <a:lvl9pPr algn="l">
              <a:defRPr sz="1350" b="0">
                <a:solidFill>
                  <a:srgbClr val="1B1B35"/>
                </a:solidFill>
                <a:latin typeface="Arial"/>
                <a:ea typeface="Arial"/>
                <a:cs typeface="Arial"/>
              </a:defRPr>
            </a:lvl9pPr>
          </a:lstStyle>
          <a:p xmlns:a="http://schemas.openxmlformats.org/drawingml/2006/main">
            <a:pPr algn="l">
              <a:defRPr sz="1350" b="0">
                <a:solidFill>
                  <a:srgbClr val="1B1B35"/>
                </a:solidFill>
                <a:latin typeface="Arial"/>
                <a:ea typeface="Arial"/>
                <a:cs typeface="Arial"/>
              </a:defRPr>
            </a:pPr>
            <a:r>
              <a:rPr sz="1350" b="0">
                <a:solidFill>
                  <a:srgbClr val="1B1B35"/>
                </a:solidFill>
                <a:latin typeface="Arial"/>
                <a:ea typeface="Arial"/>
                <a:cs typeface="Arial"/>
              </a:rPr>
              <a:t>The founder completes provider forms that require an account.</a:t>
            </a:r>
          </a:p>
        </p:txBody>
      </p:sp>
      <p:sp>
        <p:nvSpPr>
          <p:cNvPr id="25" name="">
            <a:extLst xmlns:a="http://schemas.openxmlformats.org/drawingml/2006/main">
              <a:ext uri="{FF2B5EF4-FFF2-40B4-BE49-F238E27FC236}">
                <a16:creationId xmlns:a16="http://schemas.microsoft.com/office/drawing/2014/main" id="{4FACFB14-92C9-4A17-9F5F-83A94A78DCD7}"/>
              </a:ext>
            </a:extLst>
          </p:cNvPr>
          <p:cNvSpPr>
            <a:spLocks xmlns:a="http://schemas.openxmlformats.org/drawingml/2006/main" noGrp="1"/>
          </p:cNvSpPr>
          <p:nvPr/>
        </p:nvSpPr>
        <p:spPr>
          <a:xfrm xmlns:a="http://schemas.openxmlformats.org/drawingml/2006/main">
            <a:off x="685800" y="64865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68697C"/>
                </a:solidFill>
                <a:latin typeface="Arial"/>
                <a:ea typeface="Arial"/>
                <a:cs typeface="Arial"/>
              </a:defRPr>
            </a:defPPr>
            <a:lvl1pPr algn="l">
              <a:defRPr sz="900" b="1">
                <a:solidFill>
                  <a:srgbClr val="68697C"/>
                </a:solidFill>
                <a:latin typeface="Arial"/>
                <a:ea typeface="Arial"/>
                <a:cs typeface="Arial"/>
              </a:defRPr>
            </a:lvl1pPr>
            <a:lvl2pPr algn="l">
              <a:defRPr sz="900" b="1">
                <a:solidFill>
                  <a:srgbClr val="68697C"/>
                </a:solidFill>
                <a:latin typeface="Arial"/>
                <a:ea typeface="Arial"/>
                <a:cs typeface="Arial"/>
              </a:defRPr>
            </a:lvl2pPr>
            <a:lvl3pPr algn="l">
              <a:defRPr sz="900" b="1">
                <a:solidFill>
                  <a:srgbClr val="68697C"/>
                </a:solidFill>
                <a:latin typeface="Arial"/>
                <a:ea typeface="Arial"/>
                <a:cs typeface="Arial"/>
              </a:defRPr>
            </a:lvl3pPr>
            <a:lvl4pPr algn="l">
              <a:defRPr sz="900" b="1">
                <a:solidFill>
                  <a:srgbClr val="68697C"/>
                </a:solidFill>
                <a:latin typeface="Arial"/>
                <a:ea typeface="Arial"/>
                <a:cs typeface="Arial"/>
              </a:defRPr>
            </a:lvl4pPr>
            <a:lvl5pPr algn="l">
              <a:defRPr sz="900" b="1">
                <a:solidFill>
                  <a:srgbClr val="68697C"/>
                </a:solidFill>
                <a:latin typeface="Arial"/>
                <a:ea typeface="Arial"/>
                <a:cs typeface="Arial"/>
              </a:defRPr>
            </a:lvl5pPr>
            <a:lvl6pPr algn="l">
              <a:defRPr sz="900" b="1">
                <a:solidFill>
                  <a:srgbClr val="68697C"/>
                </a:solidFill>
                <a:latin typeface="Arial"/>
                <a:ea typeface="Arial"/>
                <a:cs typeface="Arial"/>
              </a:defRPr>
            </a:lvl6pPr>
            <a:lvl7pPr algn="l">
              <a:defRPr sz="900" b="1">
                <a:solidFill>
                  <a:srgbClr val="68697C"/>
                </a:solidFill>
                <a:latin typeface="Arial"/>
                <a:ea typeface="Arial"/>
                <a:cs typeface="Arial"/>
              </a:defRPr>
            </a:lvl7pPr>
            <a:lvl8pPr algn="l">
              <a:defRPr sz="900" b="1">
                <a:solidFill>
                  <a:srgbClr val="68697C"/>
                </a:solidFill>
                <a:latin typeface="Arial"/>
                <a:ea typeface="Arial"/>
                <a:cs typeface="Arial"/>
              </a:defRPr>
            </a:lvl8pPr>
            <a:lvl9pPr algn="l">
              <a:defRPr sz="900" b="1">
                <a:solidFill>
                  <a:srgbClr val="68697C"/>
                </a:solidFill>
                <a:latin typeface="Arial"/>
                <a:ea typeface="Arial"/>
                <a:cs typeface="Arial"/>
              </a:defRPr>
            </a:lvl9pPr>
          </a:lstStyle>
          <a:p xmlns:a="http://schemas.openxmlformats.org/drawingml/2006/main">
            <a:pPr algn="l">
              <a:defRPr sz="900" b="1">
                <a:solidFill>
                  <a:srgbClr val="68697C"/>
                </a:solidFill>
                <a:latin typeface="Arial"/>
                <a:ea typeface="Arial"/>
                <a:cs typeface="Arial"/>
              </a:defRPr>
            </a:pPr>
            <a:r>
              <a:rPr sz="900" b="1">
                <a:solidFill>
                  <a:srgbClr val="68697C"/>
                </a:solidFill>
                <a:latin typeface="Arial"/>
                <a:ea typeface="Arial"/>
                <a:cs typeface="Arial"/>
              </a:rPr>
              <a:t>AUTOGRANT  /  AZINHACK 2026</a:t>
            </a:r>
          </a:p>
        </p:txBody>
      </p:sp>
      <p:sp>
        <p:nvSpPr>
          <p:cNvPr id="26" name="">
            <a:extLst xmlns:a="http://schemas.openxmlformats.org/drawingml/2006/main">
              <a:ext uri="{FF2B5EF4-FFF2-40B4-BE49-F238E27FC236}">
                <a16:creationId xmlns:a16="http://schemas.microsoft.com/office/drawing/2014/main" id="{D5B8129B-08E0-4E5A-B4B9-7F0471DD3549}"/>
              </a:ext>
            </a:extLst>
          </p:cNvPr>
          <p:cNvSpPr>
            <a:spLocks xmlns:a="http://schemas.openxmlformats.org/drawingml/2006/main" noGrp="1"/>
          </p:cNvSpPr>
          <p:nvPr/>
        </p:nvSpPr>
        <p:spPr>
          <a:xfrm xmlns:a="http://schemas.openxmlformats.org/drawingml/2006/main">
            <a:off x="10668000" y="6486525"/>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68697C"/>
                </a:solidFill>
                <a:latin typeface="Arial"/>
                <a:ea typeface="Arial"/>
                <a:cs typeface="Arial"/>
              </a:defRPr>
            </a:defPPr>
            <a:lvl1pPr algn="r">
              <a:defRPr sz="900" b="1">
                <a:solidFill>
                  <a:srgbClr val="68697C"/>
                </a:solidFill>
                <a:latin typeface="Arial"/>
                <a:ea typeface="Arial"/>
                <a:cs typeface="Arial"/>
              </a:defRPr>
            </a:lvl1pPr>
            <a:lvl2pPr algn="r">
              <a:defRPr sz="900" b="1">
                <a:solidFill>
                  <a:srgbClr val="68697C"/>
                </a:solidFill>
                <a:latin typeface="Arial"/>
                <a:ea typeface="Arial"/>
                <a:cs typeface="Arial"/>
              </a:defRPr>
            </a:lvl2pPr>
            <a:lvl3pPr algn="r">
              <a:defRPr sz="900" b="1">
                <a:solidFill>
                  <a:srgbClr val="68697C"/>
                </a:solidFill>
                <a:latin typeface="Arial"/>
                <a:ea typeface="Arial"/>
                <a:cs typeface="Arial"/>
              </a:defRPr>
            </a:lvl3pPr>
            <a:lvl4pPr algn="r">
              <a:defRPr sz="900" b="1">
                <a:solidFill>
                  <a:srgbClr val="68697C"/>
                </a:solidFill>
                <a:latin typeface="Arial"/>
                <a:ea typeface="Arial"/>
                <a:cs typeface="Arial"/>
              </a:defRPr>
            </a:lvl4pPr>
            <a:lvl5pPr algn="r">
              <a:defRPr sz="900" b="1">
                <a:solidFill>
                  <a:srgbClr val="68697C"/>
                </a:solidFill>
                <a:latin typeface="Arial"/>
                <a:ea typeface="Arial"/>
                <a:cs typeface="Arial"/>
              </a:defRPr>
            </a:lvl5pPr>
            <a:lvl6pPr algn="r">
              <a:defRPr sz="900" b="1">
                <a:solidFill>
                  <a:srgbClr val="68697C"/>
                </a:solidFill>
                <a:latin typeface="Arial"/>
                <a:ea typeface="Arial"/>
                <a:cs typeface="Arial"/>
              </a:defRPr>
            </a:lvl6pPr>
            <a:lvl7pPr algn="r">
              <a:defRPr sz="900" b="1">
                <a:solidFill>
                  <a:srgbClr val="68697C"/>
                </a:solidFill>
                <a:latin typeface="Arial"/>
                <a:ea typeface="Arial"/>
                <a:cs typeface="Arial"/>
              </a:defRPr>
            </a:lvl7pPr>
            <a:lvl8pPr algn="r">
              <a:defRPr sz="900" b="1">
                <a:solidFill>
                  <a:srgbClr val="68697C"/>
                </a:solidFill>
                <a:latin typeface="Arial"/>
                <a:ea typeface="Arial"/>
                <a:cs typeface="Arial"/>
              </a:defRPr>
            </a:lvl8pPr>
            <a:lvl9pPr algn="r">
              <a:defRPr sz="900" b="1">
                <a:solidFill>
                  <a:srgbClr val="68697C"/>
                </a:solidFill>
                <a:latin typeface="Arial"/>
                <a:ea typeface="Arial"/>
                <a:cs typeface="Arial"/>
              </a:defRPr>
            </a:lvl9pPr>
          </a:lstStyle>
          <a:p xmlns:a="http://schemas.openxmlformats.org/drawingml/2006/main">
            <a:pPr algn="r">
              <a:defRPr sz="900" b="1">
                <a:solidFill>
                  <a:srgbClr val="68697C"/>
                </a:solidFill>
                <a:latin typeface="Arial"/>
                <a:ea typeface="Arial"/>
                <a:cs typeface="Arial"/>
              </a:defRPr>
            </a:pPr>
            <a:r>
              <a:rPr sz="900" b="1">
                <a:solidFill>
                  <a:srgbClr val="68697C"/>
                </a:solidFill>
                <a:latin typeface="Arial"/>
                <a:ea typeface="Arial"/>
                <a:cs typeface="Arial"/>
              </a:rPr>
              <a:t>05 / 08</a:t>
            </a:r>
          </a:p>
        </p:txBody>
      </p:sp>
    </p:spTree>
    <p:extLst>
      <p:ext uri="{BB962C8B-B14F-4D97-AF65-F5344CB8AC3E}">
        <p14:creationId xmlns:p14="http://schemas.microsoft.com/office/powerpoint/2010/main" val="182663783"/>
      </p:ext>
    </p:extLst>
  </p:cSld>
</p:sld>
</file>

<file path=ppt/slides/slide6.xml><?xml version="1.0" encoding="utf-8"?>
<p:sld xmlns:p="http://schemas.openxmlformats.org/presentationml/2006/main">
  <p:cSld>
    <p:bg>
      <p:bgPr>
        <a:solidFill xmlns:a="http://schemas.openxmlformats.org/drawingml/2006/main">
          <a:srgbClr val="111225"/>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1A7B85F-77D2-4283-AB13-C0A0D5F86B25}"/>
              </a:ext>
            </a:extLst>
          </p:cNvPr>
          <p:cNvSpPr>
            <a:spLocks xmlns:a="http://schemas.openxmlformats.org/drawingml/2006/main" noGrp="1"/>
          </p:cNvSpPr>
          <p:nvPr/>
        </p:nvSpPr>
        <p:spPr>
          <a:xfrm xmlns:a="http://schemas.openxmlformats.org/drawingml/2006/main">
            <a:off x="685800" y="45720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D6FF4F"/>
                </a:solidFill>
                <a:latin typeface="Arial"/>
                <a:ea typeface="Arial"/>
                <a:cs typeface="Arial"/>
              </a:defRPr>
            </a:defPPr>
            <a:lvl1pPr algn="l">
              <a:defRPr sz="975" b="1">
                <a:solidFill>
                  <a:srgbClr val="D6FF4F"/>
                </a:solidFill>
                <a:latin typeface="Arial"/>
                <a:ea typeface="Arial"/>
                <a:cs typeface="Arial"/>
              </a:defRPr>
            </a:lvl1pPr>
            <a:lvl2pPr algn="l">
              <a:defRPr sz="975" b="1">
                <a:solidFill>
                  <a:srgbClr val="D6FF4F"/>
                </a:solidFill>
                <a:latin typeface="Arial"/>
                <a:ea typeface="Arial"/>
                <a:cs typeface="Arial"/>
              </a:defRPr>
            </a:lvl2pPr>
            <a:lvl3pPr algn="l">
              <a:defRPr sz="975" b="1">
                <a:solidFill>
                  <a:srgbClr val="D6FF4F"/>
                </a:solidFill>
                <a:latin typeface="Arial"/>
                <a:ea typeface="Arial"/>
                <a:cs typeface="Arial"/>
              </a:defRPr>
            </a:lvl3pPr>
            <a:lvl4pPr algn="l">
              <a:defRPr sz="975" b="1">
                <a:solidFill>
                  <a:srgbClr val="D6FF4F"/>
                </a:solidFill>
                <a:latin typeface="Arial"/>
                <a:ea typeface="Arial"/>
                <a:cs typeface="Arial"/>
              </a:defRPr>
            </a:lvl4pPr>
            <a:lvl5pPr algn="l">
              <a:defRPr sz="975" b="1">
                <a:solidFill>
                  <a:srgbClr val="D6FF4F"/>
                </a:solidFill>
                <a:latin typeface="Arial"/>
                <a:ea typeface="Arial"/>
                <a:cs typeface="Arial"/>
              </a:defRPr>
            </a:lvl5pPr>
            <a:lvl6pPr algn="l">
              <a:defRPr sz="975" b="1">
                <a:solidFill>
                  <a:srgbClr val="D6FF4F"/>
                </a:solidFill>
                <a:latin typeface="Arial"/>
                <a:ea typeface="Arial"/>
                <a:cs typeface="Arial"/>
              </a:defRPr>
            </a:lvl6pPr>
            <a:lvl7pPr algn="l">
              <a:defRPr sz="975" b="1">
                <a:solidFill>
                  <a:srgbClr val="D6FF4F"/>
                </a:solidFill>
                <a:latin typeface="Arial"/>
                <a:ea typeface="Arial"/>
                <a:cs typeface="Arial"/>
              </a:defRPr>
            </a:lvl7pPr>
            <a:lvl8pPr algn="l">
              <a:defRPr sz="975" b="1">
                <a:solidFill>
                  <a:srgbClr val="D6FF4F"/>
                </a:solidFill>
                <a:latin typeface="Arial"/>
                <a:ea typeface="Arial"/>
                <a:cs typeface="Arial"/>
              </a:defRPr>
            </a:lvl8pPr>
            <a:lvl9pPr algn="l">
              <a:defRPr sz="975" b="1">
                <a:solidFill>
                  <a:srgbClr val="D6FF4F"/>
                </a:solidFill>
                <a:latin typeface="Arial"/>
                <a:ea typeface="Arial"/>
                <a:cs typeface="Arial"/>
              </a:defRPr>
            </a:lvl9pPr>
          </a:lstStyle>
          <a:p xmlns:a="http://schemas.openxmlformats.org/drawingml/2006/main">
            <a:pPr algn="l">
              <a:defRPr sz="975" b="1">
                <a:solidFill>
                  <a:srgbClr val="D6FF4F"/>
                </a:solidFill>
                <a:latin typeface="Arial"/>
                <a:ea typeface="Arial"/>
                <a:cs typeface="Arial"/>
              </a:defRPr>
            </a:pPr>
            <a:r>
              <a:rPr sz="975" b="1">
                <a:solidFill>
                  <a:srgbClr val="D6FF4F"/>
                </a:solidFill>
                <a:latin typeface="Arial"/>
                <a:ea typeface="Arial"/>
                <a:cs typeface="Arial"/>
              </a:rPr>
              <a:t>UNDER THE HOOD</a:t>
            </a:r>
          </a:p>
        </p:txBody>
      </p:sp>
      <p:sp>
        <p:nvSpPr>
          <p:cNvPr id="2" name="">
            <a:extLst xmlns:a="http://schemas.openxmlformats.org/drawingml/2006/main">
              <a:ext uri="{FF2B5EF4-FFF2-40B4-BE49-F238E27FC236}">
                <a16:creationId xmlns:a16="http://schemas.microsoft.com/office/drawing/2014/main" id="{9B4E4CBD-DC8A-4484-9F29-3B341A99FA21}"/>
              </a:ext>
            </a:extLst>
          </p:cNvPr>
          <p:cNvSpPr>
            <a:spLocks xmlns:a="http://schemas.openxmlformats.org/drawingml/2006/main" noGrp="1"/>
          </p:cNvSpPr>
          <p:nvPr/>
        </p:nvSpPr>
        <p:spPr>
          <a:xfrm xmlns:a="http://schemas.openxmlformats.org/drawingml/2006/main">
            <a:off x="685800" y="914400"/>
            <a:ext cx="5619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FFFFFF"/>
                </a:solidFill>
                <a:latin typeface="Arial"/>
                <a:ea typeface="Arial"/>
                <a:cs typeface="Arial"/>
              </a:defRPr>
            </a:defPPr>
            <a:lvl1pPr algn="l">
              <a:defRPr sz="3600" b="1">
                <a:solidFill>
                  <a:srgbClr val="FFFFFF"/>
                </a:solidFill>
                <a:latin typeface="Arial"/>
                <a:ea typeface="Arial"/>
                <a:cs typeface="Arial"/>
              </a:defRPr>
            </a:lvl1pPr>
            <a:lvl2pPr algn="l">
              <a:defRPr sz="3600" b="1">
                <a:solidFill>
                  <a:srgbClr val="FFFFFF"/>
                </a:solidFill>
                <a:latin typeface="Arial"/>
                <a:ea typeface="Arial"/>
                <a:cs typeface="Arial"/>
              </a:defRPr>
            </a:lvl2pPr>
            <a:lvl3pPr algn="l">
              <a:defRPr sz="3600" b="1">
                <a:solidFill>
                  <a:srgbClr val="FFFFFF"/>
                </a:solidFill>
                <a:latin typeface="Arial"/>
                <a:ea typeface="Arial"/>
                <a:cs typeface="Arial"/>
              </a:defRPr>
            </a:lvl3pPr>
            <a:lvl4pPr algn="l">
              <a:defRPr sz="3600" b="1">
                <a:solidFill>
                  <a:srgbClr val="FFFFFF"/>
                </a:solidFill>
                <a:latin typeface="Arial"/>
                <a:ea typeface="Arial"/>
                <a:cs typeface="Arial"/>
              </a:defRPr>
            </a:lvl4pPr>
            <a:lvl5pPr algn="l">
              <a:defRPr sz="3600" b="1">
                <a:solidFill>
                  <a:srgbClr val="FFFFFF"/>
                </a:solidFill>
                <a:latin typeface="Arial"/>
                <a:ea typeface="Arial"/>
                <a:cs typeface="Arial"/>
              </a:defRPr>
            </a:lvl5pPr>
            <a:lvl6pPr algn="l">
              <a:defRPr sz="3600" b="1">
                <a:solidFill>
                  <a:srgbClr val="FFFFFF"/>
                </a:solidFill>
                <a:latin typeface="Arial"/>
                <a:ea typeface="Arial"/>
                <a:cs typeface="Arial"/>
              </a:defRPr>
            </a:lvl6pPr>
            <a:lvl7pPr algn="l">
              <a:defRPr sz="3600" b="1">
                <a:solidFill>
                  <a:srgbClr val="FFFFFF"/>
                </a:solidFill>
                <a:latin typeface="Arial"/>
                <a:ea typeface="Arial"/>
                <a:cs typeface="Arial"/>
              </a:defRPr>
            </a:lvl7pPr>
            <a:lvl8pPr algn="l">
              <a:defRPr sz="3600" b="1">
                <a:solidFill>
                  <a:srgbClr val="FFFFFF"/>
                </a:solidFill>
                <a:latin typeface="Arial"/>
                <a:ea typeface="Arial"/>
                <a:cs typeface="Arial"/>
              </a:defRPr>
            </a:lvl8pPr>
            <a:lvl9pPr algn="l">
              <a:defRPr sz="3600" b="1">
                <a:solidFill>
                  <a:srgbClr val="FFFFFF"/>
                </a:solidFill>
                <a:latin typeface="Arial"/>
                <a:ea typeface="Arial"/>
                <a:cs typeface="Arial"/>
              </a:defRPr>
            </a:lvl9pPr>
          </a:lstStyle>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A compact stack.</a:t>
            </a:r>
          </a:p>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Clear boundaries.</a:t>
            </a:r>
          </a:p>
        </p:txBody>
      </p:sp>
      <p:sp>
        <p:nvSpPr>
          <p:cNvPr id="3" name="">
            <a:extLst xmlns:a="http://schemas.openxmlformats.org/drawingml/2006/main">
              <a:ext uri="{FF2B5EF4-FFF2-40B4-BE49-F238E27FC236}">
                <a16:creationId xmlns:a16="http://schemas.microsoft.com/office/drawing/2014/main" id="{70F41848-B0F3-4BC7-8F91-284926BB4269}"/>
              </a:ext>
            </a:extLst>
          </p:cNvPr>
          <p:cNvSpPr>
            <a:spLocks xmlns:a="http://schemas.openxmlformats.org/drawingml/2006/main" noGrp="1"/>
          </p:cNvSpPr>
          <p:nvPr/>
        </p:nvSpPr>
        <p:spPr>
          <a:xfrm xmlns:a="http://schemas.openxmlformats.org/drawingml/2006/main">
            <a:off x="723900" y="2352675"/>
            <a:ext cx="5143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D5D4DF"/>
                </a:solidFill>
                <a:latin typeface="Arial"/>
                <a:ea typeface="Arial"/>
                <a:cs typeface="Arial"/>
              </a:defRPr>
            </a:defPPr>
            <a:lvl1pPr algn="l">
              <a:defRPr sz="1500" b="0">
                <a:solidFill>
                  <a:srgbClr val="D5D4DF"/>
                </a:solidFill>
                <a:latin typeface="Arial"/>
                <a:ea typeface="Arial"/>
                <a:cs typeface="Arial"/>
              </a:defRPr>
            </a:lvl1pPr>
            <a:lvl2pPr algn="l">
              <a:defRPr sz="1500" b="0">
                <a:solidFill>
                  <a:srgbClr val="D5D4DF"/>
                </a:solidFill>
                <a:latin typeface="Arial"/>
                <a:ea typeface="Arial"/>
                <a:cs typeface="Arial"/>
              </a:defRPr>
            </a:lvl2pPr>
            <a:lvl3pPr algn="l">
              <a:defRPr sz="1500" b="0">
                <a:solidFill>
                  <a:srgbClr val="D5D4DF"/>
                </a:solidFill>
                <a:latin typeface="Arial"/>
                <a:ea typeface="Arial"/>
                <a:cs typeface="Arial"/>
              </a:defRPr>
            </a:lvl3pPr>
            <a:lvl4pPr algn="l">
              <a:defRPr sz="1500" b="0">
                <a:solidFill>
                  <a:srgbClr val="D5D4DF"/>
                </a:solidFill>
                <a:latin typeface="Arial"/>
                <a:ea typeface="Arial"/>
                <a:cs typeface="Arial"/>
              </a:defRPr>
            </a:lvl4pPr>
            <a:lvl5pPr algn="l">
              <a:defRPr sz="1500" b="0">
                <a:solidFill>
                  <a:srgbClr val="D5D4DF"/>
                </a:solidFill>
                <a:latin typeface="Arial"/>
                <a:ea typeface="Arial"/>
                <a:cs typeface="Arial"/>
              </a:defRPr>
            </a:lvl5pPr>
            <a:lvl6pPr algn="l">
              <a:defRPr sz="1500" b="0">
                <a:solidFill>
                  <a:srgbClr val="D5D4DF"/>
                </a:solidFill>
                <a:latin typeface="Arial"/>
                <a:ea typeface="Arial"/>
                <a:cs typeface="Arial"/>
              </a:defRPr>
            </a:lvl6pPr>
            <a:lvl7pPr algn="l">
              <a:defRPr sz="1500" b="0">
                <a:solidFill>
                  <a:srgbClr val="D5D4DF"/>
                </a:solidFill>
                <a:latin typeface="Arial"/>
                <a:ea typeface="Arial"/>
                <a:cs typeface="Arial"/>
              </a:defRPr>
            </a:lvl7pPr>
            <a:lvl8pPr algn="l">
              <a:defRPr sz="1500" b="0">
                <a:solidFill>
                  <a:srgbClr val="D5D4DF"/>
                </a:solidFill>
                <a:latin typeface="Arial"/>
                <a:ea typeface="Arial"/>
                <a:cs typeface="Arial"/>
              </a:defRPr>
            </a:lvl8pPr>
            <a:lvl9pPr algn="l">
              <a:defRPr sz="1500" b="0">
                <a:solidFill>
                  <a:srgbClr val="D5D4DF"/>
                </a:solidFill>
                <a:latin typeface="Arial"/>
                <a:ea typeface="Arial"/>
                <a:cs typeface="Arial"/>
              </a:defRPr>
            </a:lvl9pPr>
          </a:lstStyle>
          <a:p xmlns:a="http://schemas.openxmlformats.org/drawingml/2006/main">
            <a:pPr algn="l">
              <a:defRPr sz="1500" b="0">
                <a:solidFill>
                  <a:srgbClr val="D5D4DF"/>
                </a:solidFill>
                <a:latin typeface="Arial"/>
                <a:ea typeface="Arial"/>
                <a:cs typeface="Arial"/>
              </a:defRPr>
            </a:pPr>
            <a:r>
              <a:rPr sz="1500" b="0">
                <a:solidFill>
                  <a:srgbClr val="D5D4DF"/>
                </a:solidFill>
                <a:latin typeface="Arial"/>
                <a:ea typeface="Arial"/>
                <a:cs typeface="Arial"/>
              </a:rPr>
              <a:t>The browser never receives the server-side provider credentials.</a:t>
            </a:r>
          </a:p>
        </p:txBody>
      </p:sp>
      <p:sp>
        <p:nvSpPr>
          <p:cNvPr id="4" name="">
            <a:extLst xmlns:a="http://schemas.openxmlformats.org/drawingml/2006/main">
              <a:ext uri="{FF2B5EF4-FFF2-40B4-BE49-F238E27FC236}">
                <a16:creationId xmlns:a16="http://schemas.microsoft.com/office/drawing/2014/main" id="{5514D4A8-A246-4713-B9C8-D5DE3FB64B40}"/>
              </a:ext>
            </a:extLst>
          </p:cNvPr>
          <p:cNvSpPr>
            <a:spLocks xmlns:a="http://schemas.openxmlformats.org/drawingml/2006/main" noGrp="1"/>
          </p:cNvSpPr>
          <p:nvPr/>
        </p:nvSpPr>
        <p:spPr>
          <a:xfrm xmlns:a="http://schemas.openxmlformats.org/drawingml/2006/main">
            <a:off x="685800" y="3686175"/>
            <a:ext cx="2238375" cy="1371600"/>
          </a:xfrm>
          <a:prstGeom xmlns:a="http://schemas.openxmlformats.org/drawingml/2006/main" prst="roundRect">
            <a:avLst>
              <a:gd name="adj" fmla="val 11111"/>
            </a:avLst>
          </a:prstGeom>
          <a:solidFill xmlns:a="http://schemas.openxmlformats.org/drawingml/2006/main">
            <a:srgbClr val="7657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C574F96-2712-48E7-90BB-60FA958675B9}"/>
              </a:ext>
            </a:extLst>
          </p:cNvPr>
          <p:cNvSpPr>
            <a:spLocks xmlns:a="http://schemas.openxmlformats.org/drawingml/2006/main" noGrp="1"/>
          </p:cNvSpPr>
          <p:nvPr/>
        </p:nvSpPr>
        <p:spPr>
          <a:xfrm xmlns:a="http://schemas.openxmlformats.org/drawingml/2006/main">
            <a:off x="876300" y="3895725"/>
            <a:ext cx="18573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FFFFFF"/>
                </a:solidFill>
                <a:latin typeface="Arial"/>
                <a:ea typeface="Arial"/>
                <a:cs typeface="Arial"/>
              </a:defRPr>
            </a:defPPr>
            <a:lvl1pPr algn="l">
              <a:defRPr sz="1350" b="1">
                <a:solidFill>
                  <a:srgbClr val="FFFFFF"/>
                </a:solidFill>
                <a:latin typeface="Arial"/>
                <a:ea typeface="Arial"/>
                <a:cs typeface="Arial"/>
              </a:defRPr>
            </a:lvl1pPr>
            <a:lvl2pPr algn="l">
              <a:defRPr sz="1350" b="1">
                <a:solidFill>
                  <a:srgbClr val="FFFFFF"/>
                </a:solidFill>
                <a:latin typeface="Arial"/>
                <a:ea typeface="Arial"/>
                <a:cs typeface="Arial"/>
              </a:defRPr>
            </a:lvl2pPr>
            <a:lvl3pPr algn="l">
              <a:defRPr sz="1350" b="1">
                <a:solidFill>
                  <a:srgbClr val="FFFFFF"/>
                </a:solidFill>
                <a:latin typeface="Arial"/>
                <a:ea typeface="Arial"/>
                <a:cs typeface="Arial"/>
              </a:defRPr>
            </a:lvl3pPr>
            <a:lvl4pPr algn="l">
              <a:defRPr sz="1350" b="1">
                <a:solidFill>
                  <a:srgbClr val="FFFFFF"/>
                </a:solidFill>
                <a:latin typeface="Arial"/>
                <a:ea typeface="Arial"/>
                <a:cs typeface="Arial"/>
              </a:defRPr>
            </a:lvl4pPr>
            <a:lvl5pPr algn="l">
              <a:defRPr sz="1350" b="1">
                <a:solidFill>
                  <a:srgbClr val="FFFFFF"/>
                </a:solidFill>
                <a:latin typeface="Arial"/>
                <a:ea typeface="Arial"/>
                <a:cs typeface="Arial"/>
              </a:defRPr>
            </a:lvl5pPr>
            <a:lvl6pPr algn="l">
              <a:defRPr sz="1350" b="1">
                <a:solidFill>
                  <a:srgbClr val="FFFFFF"/>
                </a:solidFill>
                <a:latin typeface="Arial"/>
                <a:ea typeface="Arial"/>
                <a:cs typeface="Arial"/>
              </a:defRPr>
            </a:lvl6pPr>
            <a:lvl7pPr algn="l">
              <a:defRPr sz="1350" b="1">
                <a:solidFill>
                  <a:srgbClr val="FFFFFF"/>
                </a:solidFill>
                <a:latin typeface="Arial"/>
                <a:ea typeface="Arial"/>
                <a:cs typeface="Arial"/>
              </a:defRPr>
            </a:lvl7pPr>
            <a:lvl8pPr algn="l">
              <a:defRPr sz="1350" b="1">
                <a:solidFill>
                  <a:srgbClr val="FFFFFF"/>
                </a:solidFill>
                <a:latin typeface="Arial"/>
                <a:ea typeface="Arial"/>
                <a:cs typeface="Arial"/>
              </a:defRPr>
            </a:lvl8pPr>
            <a:lvl9pPr algn="l">
              <a:defRPr sz="1350" b="1">
                <a:solidFill>
                  <a:srgbClr val="FFFFFF"/>
                </a:solidFill>
                <a:latin typeface="Arial"/>
                <a:ea typeface="Arial"/>
                <a:cs typeface="Arial"/>
              </a:defRPr>
            </a:lvl9pPr>
          </a:lstStyle>
          <a:p xmlns:a="http://schemas.openxmlformats.org/drawingml/2006/main">
            <a:pPr algn="l">
              <a:defRPr sz="1350" b="1">
                <a:solidFill>
                  <a:srgbClr val="FFFFFF"/>
                </a:solidFill>
                <a:latin typeface="Arial"/>
                <a:ea typeface="Arial"/>
                <a:cs typeface="Arial"/>
              </a:defRPr>
            </a:pPr>
            <a:r>
              <a:rPr sz="1350" b="1">
                <a:solidFill>
                  <a:srgbClr val="FFFFFF"/>
                </a:solidFill>
                <a:latin typeface="Arial"/>
                <a:ea typeface="Arial"/>
                <a:cs typeface="Arial"/>
              </a:rPr>
              <a:t>NEXT.JS</a:t>
            </a:r>
          </a:p>
        </p:txBody>
      </p:sp>
      <p:sp>
        <p:nvSpPr>
          <p:cNvPr id="6" name="">
            <a:extLst xmlns:a="http://schemas.openxmlformats.org/drawingml/2006/main">
              <a:ext uri="{FF2B5EF4-FFF2-40B4-BE49-F238E27FC236}">
                <a16:creationId xmlns:a16="http://schemas.microsoft.com/office/drawing/2014/main" id="{CC9C550B-578E-4EFF-B144-71BB6A6479CF}"/>
              </a:ext>
            </a:extLst>
          </p:cNvPr>
          <p:cNvSpPr>
            <a:spLocks xmlns:a="http://schemas.openxmlformats.org/drawingml/2006/main" noGrp="1"/>
          </p:cNvSpPr>
          <p:nvPr/>
        </p:nvSpPr>
        <p:spPr>
          <a:xfrm xmlns:a="http://schemas.openxmlformats.org/drawingml/2006/main">
            <a:off x="876300" y="4324350"/>
            <a:ext cx="18764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FFFFFF"/>
                </a:solidFill>
                <a:latin typeface="Arial"/>
                <a:ea typeface="Arial"/>
                <a:cs typeface="Arial"/>
              </a:defRPr>
            </a:defPPr>
            <a:lvl1pPr algn="l">
              <a:defRPr sz="1125" b="0">
                <a:solidFill>
                  <a:srgbClr val="FFFFFF"/>
                </a:solidFill>
                <a:latin typeface="Arial"/>
                <a:ea typeface="Arial"/>
                <a:cs typeface="Arial"/>
              </a:defRPr>
            </a:lvl1pPr>
            <a:lvl2pPr algn="l">
              <a:defRPr sz="1125" b="0">
                <a:solidFill>
                  <a:srgbClr val="FFFFFF"/>
                </a:solidFill>
                <a:latin typeface="Arial"/>
                <a:ea typeface="Arial"/>
                <a:cs typeface="Arial"/>
              </a:defRPr>
            </a:lvl2pPr>
            <a:lvl3pPr algn="l">
              <a:defRPr sz="1125" b="0">
                <a:solidFill>
                  <a:srgbClr val="FFFFFF"/>
                </a:solidFill>
                <a:latin typeface="Arial"/>
                <a:ea typeface="Arial"/>
                <a:cs typeface="Arial"/>
              </a:defRPr>
            </a:lvl3pPr>
            <a:lvl4pPr algn="l">
              <a:defRPr sz="1125" b="0">
                <a:solidFill>
                  <a:srgbClr val="FFFFFF"/>
                </a:solidFill>
                <a:latin typeface="Arial"/>
                <a:ea typeface="Arial"/>
                <a:cs typeface="Arial"/>
              </a:defRPr>
            </a:lvl4pPr>
            <a:lvl5pPr algn="l">
              <a:defRPr sz="1125" b="0">
                <a:solidFill>
                  <a:srgbClr val="FFFFFF"/>
                </a:solidFill>
                <a:latin typeface="Arial"/>
                <a:ea typeface="Arial"/>
                <a:cs typeface="Arial"/>
              </a:defRPr>
            </a:lvl5pPr>
            <a:lvl6pPr algn="l">
              <a:defRPr sz="1125" b="0">
                <a:solidFill>
                  <a:srgbClr val="FFFFFF"/>
                </a:solidFill>
                <a:latin typeface="Arial"/>
                <a:ea typeface="Arial"/>
                <a:cs typeface="Arial"/>
              </a:defRPr>
            </a:lvl6pPr>
            <a:lvl7pPr algn="l">
              <a:defRPr sz="1125" b="0">
                <a:solidFill>
                  <a:srgbClr val="FFFFFF"/>
                </a:solidFill>
                <a:latin typeface="Arial"/>
                <a:ea typeface="Arial"/>
                <a:cs typeface="Arial"/>
              </a:defRPr>
            </a:lvl7pPr>
            <a:lvl8pPr algn="l">
              <a:defRPr sz="1125" b="0">
                <a:solidFill>
                  <a:srgbClr val="FFFFFF"/>
                </a:solidFill>
                <a:latin typeface="Arial"/>
                <a:ea typeface="Arial"/>
                <a:cs typeface="Arial"/>
              </a:defRPr>
            </a:lvl8pPr>
            <a:lvl9pPr algn="l">
              <a:defRPr sz="1125" b="0">
                <a:solidFill>
                  <a:srgbClr val="FFFFFF"/>
                </a:solidFill>
                <a:latin typeface="Arial"/>
                <a:ea typeface="Arial"/>
                <a:cs typeface="Arial"/>
              </a:defRPr>
            </a:lvl9pPr>
          </a:lstStyle>
          <a:p xmlns:a="http://schemas.openxmlformats.org/drawingml/2006/main">
            <a:pPr algn="l">
              <a:defRPr sz="1125" b="0">
                <a:solidFill>
                  <a:srgbClr val="FFFFFF"/>
                </a:solidFill>
                <a:latin typeface="Arial"/>
                <a:ea typeface="Arial"/>
                <a:cs typeface="Arial"/>
              </a:defRPr>
            </a:pPr>
            <a:r>
              <a:rPr sz="1125" b="0">
                <a:solidFill>
                  <a:srgbClr val="FFFFFF"/>
                </a:solidFill>
                <a:latin typeface="Arial"/>
                <a:ea typeface="Arial"/>
                <a:cs typeface="Arial"/>
              </a:rPr>
              <a:t>Web app</a:t>
            </a:r>
          </a:p>
          <a:p xmlns:a="http://schemas.openxmlformats.org/drawingml/2006/main">
            <a:pPr algn="l">
              <a:defRPr sz="1125" b="0">
                <a:solidFill>
                  <a:srgbClr val="FFFFFF"/>
                </a:solidFill>
                <a:latin typeface="Arial"/>
                <a:ea typeface="Arial"/>
                <a:cs typeface="Arial"/>
              </a:defRPr>
            </a:pPr>
            <a:r>
              <a:rPr sz="1125" b="0">
                <a:solidFill>
                  <a:srgbClr val="FFFFFF"/>
                </a:solidFill>
                <a:latin typeface="Arial"/>
                <a:ea typeface="Arial"/>
                <a:cs typeface="Arial"/>
              </a:rPr>
              <a:t>API proxy + token checks</a:t>
            </a:r>
          </a:p>
        </p:txBody>
      </p:sp>
      <p:sp>
        <p:nvSpPr>
          <p:cNvPr id="7" name="">
            <a:extLst xmlns:a="http://schemas.openxmlformats.org/drawingml/2006/main">
              <a:ext uri="{FF2B5EF4-FFF2-40B4-BE49-F238E27FC236}">
                <a16:creationId xmlns:a16="http://schemas.microsoft.com/office/drawing/2014/main" id="{6C0B7850-428A-4319-94C4-2EB8CEF1B082}"/>
              </a:ext>
            </a:extLst>
          </p:cNvPr>
          <p:cNvSpPr>
            <a:spLocks xmlns:a="http://schemas.openxmlformats.org/drawingml/2006/main" noGrp="1"/>
          </p:cNvSpPr>
          <p:nvPr/>
        </p:nvSpPr>
        <p:spPr>
          <a:xfrm xmlns:a="http://schemas.openxmlformats.org/drawingml/2006/main">
            <a:off x="3057525" y="4286250"/>
            <a:ext cx="228600" cy="171450"/>
          </a:xfrm>
          <a:prstGeom xmlns:a="http://schemas.openxmlformats.org/drawingml/2006/main" prst="rightArrow">
            <a:avLst/>
          </a:prstGeom>
          <a:solidFill xmlns:a="http://schemas.openxmlformats.org/drawingml/2006/main">
            <a:srgbClr val="F5B6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497D188-043C-4A0C-B281-2AA244D9AF2A}"/>
              </a:ext>
            </a:extLst>
          </p:cNvPr>
          <p:cNvSpPr>
            <a:spLocks xmlns:a="http://schemas.openxmlformats.org/drawingml/2006/main" noGrp="1"/>
          </p:cNvSpPr>
          <p:nvPr/>
        </p:nvSpPr>
        <p:spPr>
          <a:xfrm xmlns:a="http://schemas.openxmlformats.org/drawingml/2006/main">
            <a:off x="3400425" y="3686175"/>
            <a:ext cx="2238375" cy="1371600"/>
          </a:xfrm>
          <a:prstGeom xmlns:a="http://schemas.openxmlformats.org/drawingml/2006/main" prst="roundRect">
            <a:avLst>
              <a:gd name="adj" fmla="val 11111"/>
            </a:avLst>
          </a:prstGeom>
          <a:solidFill xmlns:a="http://schemas.openxmlformats.org/drawingml/2006/main">
            <a:srgbClr val="7EE4C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612B2A8-FEC6-4E92-8975-5D802AA7ADBD}"/>
              </a:ext>
            </a:extLst>
          </p:cNvPr>
          <p:cNvSpPr>
            <a:spLocks xmlns:a="http://schemas.openxmlformats.org/drawingml/2006/main" noGrp="1"/>
          </p:cNvSpPr>
          <p:nvPr/>
        </p:nvSpPr>
        <p:spPr>
          <a:xfrm xmlns:a="http://schemas.openxmlformats.org/drawingml/2006/main">
            <a:off x="3590925" y="3895725"/>
            <a:ext cx="18573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11225"/>
                </a:solidFill>
                <a:latin typeface="Arial"/>
                <a:ea typeface="Arial"/>
                <a:cs typeface="Arial"/>
              </a:defRPr>
            </a:defPPr>
            <a:lvl1pPr algn="l">
              <a:defRPr sz="1350" b="1">
                <a:solidFill>
                  <a:srgbClr val="111225"/>
                </a:solidFill>
                <a:latin typeface="Arial"/>
                <a:ea typeface="Arial"/>
                <a:cs typeface="Arial"/>
              </a:defRPr>
            </a:lvl1pPr>
            <a:lvl2pPr algn="l">
              <a:defRPr sz="1350" b="1">
                <a:solidFill>
                  <a:srgbClr val="111225"/>
                </a:solidFill>
                <a:latin typeface="Arial"/>
                <a:ea typeface="Arial"/>
                <a:cs typeface="Arial"/>
              </a:defRPr>
            </a:lvl2pPr>
            <a:lvl3pPr algn="l">
              <a:defRPr sz="1350" b="1">
                <a:solidFill>
                  <a:srgbClr val="111225"/>
                </a:solidFill>
                <a:latin typeface="Arial"/>
                <a:ea typeface="Arial"/>
                <a:cs typeface="Arial"/>
              </a:defRPr>
            </a:lvl3pPr>
            <a:lvl4pPr algn="l">
              <a:defRPr sz="1350" b="1">
                <a:solidFill>
                  <a:srgbClr val="111225"/>
                </a:solidFill>
                <a:latin typeface="Arial"/>
                <a:ea typeface="Arial"/>
                <a:cs typeface="Arial"/>
              </a:defRPr>
            </a:lvl4pPr>
            <a:lvl5pPr algn="l">
              <a:defRPr sz="1350" b="1">
                <a:solidFill>
                  <a:srgbClr val="111225"/>
                </a:solidFill>
                <a:latin typeface="Arial"/>
                <a:ea typeface="Arial"/>
                <a:cs typeface="Arial"/>
              </a:defRPr>
            </a:lvl5pPr>
            <a:lvl6pPr algn="l">
              <a:defRPr sz="1350" b="1">
                <a:solidFill>
                  <a:srgbClr val="111225"/>
                </a:solidFill>
                <a:latin typeface="Arial"/>
                <a:ea typeface="Arial"/>
                <a:cs typeface="Arial"/>
              </a:defRPr>
            </a:lvl6pPr>
            <a:lvl7pPr algn="l">
              <a:defRPr sz="1350" b="1">
                <a:solidFill>
                  <a:srgbClr val="111225"/>
                </a:solidFill>
                <a:latin typeface="Arial"/>
                <a:ea typeface="Arial"/>
                <a:cs typeface="Arial"/>
              </a:defRPr>
            </a:lvl7pPr>
            <a:lvl8pPr algn="l">
              <a:defRPr sz="1350" b="1">
                <a:solidFill>
                  <a:srgbClr val="111225"/>
                </a:solidFill>
                <a:latin typeface="Arial"/>
                <a:ea typeface="Arial"/>
                <a:cs typeface="Arial"/>
              </a:defRPr>
            </a:lvl8pPr>
            <a:lvl9pPr algn="l">
              <a:defRPr sz="1350" b="1">
                <a:solidFill>
                  <a:srgbClr val="111225"/>
                </a:solidFill>
                <a:latin typeface="Arial"/>
                <a:ea typeface="Arial"/>
                <a:cs typeface="Arial"/>
              </a:defRPr>
            </a:lvl9pPr>
          </a:lstStyle>
          <a:p xmlns:a="http://schemas.openxmlformats.org/drawingml/2006/main">
            <a:pPr algn="l">
              <a:defRPr sz="1350" b="1">
                <a:solidFill>
                  <a:srgbClr val="111225"/>
                </a:solidFill>
                <a:latin typeface="Arial"/>
                <a:ea typeface="Arial"/>
                <a:cs typeface="Arial"/>
              </a:defRPr>
            </a:pPr>
            <a:r>
              <a:rPr sz="1350" b="1">
                <a:solidFill>
                  <a:srgbClr val="111225"/>
                </a:solidFill>
                <a:latin typeface="Arial"/>
                <a:ea typeface="Arial"/>
                <a:cs typeface="Arial"/>
              </a:rPr>
              <a:t>FASTAPI</a:t>
            </a:r>
          </a:p>
        </p:txBody>
      </p:sp>
      <p:sp>
        <p:nvSpPr>
          <p:cNvPr id="10" name="">
            <a:extLst xmlns:a="http://schemas.openxmlformats.org/drawingml/2006/main">
              <a:ext uri="{FF2B5EF4-FFF2-40B4-BE49-F238E27FC236}">
                <a16:creationId xmlns:a16="http://schemas.microsoft.com/office/drawing/2014/main" id="{F4BE5CD5-010E-4A19-8C0F-3F96F23B6974}"/>
              </a:ext>
            </a:extLst>
          </p:cNvPr>
          <p:cNvSpPr>
            <a:spLocks xmlns:a="http://schemas.openxmlformats.org/drawingml/2006/main" noGrp="1"/>
          </p:cNvSpPr>
          <p:nvPr/>
        </p:nvSpPr>
        <p:spPr>
          <a:xfrm xmlns:a="http://schemas.openxmlformats.org/drawingml/2006/main">
            <a:off x="3590925" y="4324350"/>
            <a:ext cx="18764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111225"/>
                </a:solidFill>
                <a:latin typeface="Arial"/>
                <a:ea typeface="Arial"/>
                <a:cs typeface="Arial"/>
              </a:defRPr>
            </a:defPPr>
            <a:lvl1pPr algn="l">
              <a:defRPr sz="1125" b="0">
                <a:solidFill>
                  <a:srgbClr val="111225"/>
                </a:solidFill>
                <a:latin typeface="Arial"/>
                <a:ea typeface="Arial"/>
                <a:cs typeface="Arial"/>
              </a:defRPr>
            </a:lvl1pPr>
            <a:lvl2pPr algn="l">
              <a:defRPr sz="1125" b="0">
                <a:solidFill>
                  <a:srgbClr val="111225"/>
                </a:solidFill>
                <a:latin typeface="Arial"/>
                <a:ea typeface="Arial"/>
                <a:cs typeface="Arial"/>
              </a:defRPr>
            </a:lvl2pPr>
            <a:lvl3pPr algn="l">
              <a:defRPr sz="1125" b="0">
                <a:solidFill>
                  <a:srgbClr val="111225"/>
                </a:solidFill>
                <a:latin typeface="Arial"/>
                <a:ea typeface="Arial"/>
                <a:cs typeface="Arial"/>
              </a:defRPr>
            </a:lvl3pPr>
            <a:lvl4pPr algn="l">
              <a:defRPr sz="1125" b="0">
                <a:solidFill>
                  <a:srgbClr val="111225"/>
                </a:solidFill>
                <a:latin typeface="Arial"/>
                <a:ea typeface="Arial"/>
                <a:cs typeface="Arial"/>
              </a:defRPr>
            </a:lvl4pPr>
            <a:lvl5pPr algn="l">
              <a:defRPr sz="1125" b="0">
                <a:solidFill>
                  <a:srgbClr val="111225"/>
                </a:solidFill>
                <a:latin typeface="Arial"/>
                <a:ea typeface="Arial"/>
                <a:cs typeface="Arial"/>
              </a:defRPr>
            </a:lvl5pPr>
            <a:lvl6pPr algn="l">
              <a:defRPr sz="1125" b="0">
                <a:solidFill>
                  <a:srgbClr val="111225"/>
                </a:solidFill>
                <a:latin typeface="Arial"/>
                <a:ea typeface="Arial"/>
                <a:cs typeface="Arial"/>
              </a:defRPr>
            </a:lvl6pPr>
            <a:lvl7pPr algn="l">
              <a:defRPr sz="1125" b="0">
                <a:solidFill>
                  <a:srgbClr val="111225"/>
                </a:solidFill>
                <a:latin typeface="Arial"/>
                <a:ea typeface="Arial"/>
                <a:cs typeface="Arial"/>
              </a:defRPr>
            </a:lvl7pPr>
            <a:lvl8pPr algn="l">
              <a:defRPr sz="1125" b="0">
                <a:solidFill>
                  <a:srgbClr val="111225"/>
                </a:solidFill>
                <a:latin typeface="Arial"/>
                <a:ea typeface="Arial"/>
                <a:cs typeface="Arial"/>
              </a:defRPr>
            </a:lvl8pPr>
            <a:lvl9pPr algn="l">
              <a:defRPr sz="1125" b="0">
                <a:solidFill>
                  <a:srgbClr val="111225"/>
                </a:solidFill>
                <a:latin typeface="Arial"/>
                <a:ea typeface="Arial"/>
                <a:cs typeface="Arial"/>
              </a:defRPr>
            </a:lvl9pPr>
          </a:lstStyle>
          <a:p xmlns:a="http://schemas.openxmlformats.org/drawingml/2006/main">
            <a:pPr algn="l">
              <a:defRPr sz="1125" b="0">
                <a:solidFill>
                  <a:srgbClr val="111225"/>
                </a:solidFill>
                <a:latin typeface="Arial"/>
                <a:ea typeface="Arial"/>
                <a:cs typeface="Arial"/>
              </a:defRPr>
            </a:pPr>
            <a:r>
              <a:rPr sz="1125" b="0">
                <a:solidFill>
                  <a:srgbClr val="111225"/>
                </a:solidFill>
                <a:latin typeface="Arial"/>
                <a:ea typeface="Arial"/>
                <a:cs typeface="Arial"/>
              </a:rPr>
              <a:t>Discovery · scoring</a:t>
            </a:r>
          </a:p>
          <a:p xmlns:a="http://schemas.openxmlformats.org/drawingml/2006/main">
            <a:pPr algn="l">
              <a:defRPr sz="1125" b="0">
                <a:solidFill>
                  <a:srgbClr val="111225"/>
                </a:solidFill>
                <a:latin typeface="Arial"/>
                <a:ea typeface="Arial"/>
                <a:cs typeface="Arial"/>
              </a:defRPr>
            </a:pPr>
            <a:r>
              <a:rPr sz="1125" b="0">
                <a:solidFill>
                  <a:srgbClr val="111225"/>
                </a:solidFill>
                <a:latin typeface="Arial"/>
                <a:ea typeface="Arial"/>
                <a:cs typeface="Arial"/>
              </a:rPr>
              <a:t>Drafts · run tracking</a:t>
            </a:r>
          </a:p>
        </p:txBody>
      </p:sp>
      <p:sp>
        <p:nvSpPr>
          <p:cNvPr id="11" name="">
            <a:extLst xmlns:a="http://schemas.openxmlformats.org/drawingml/2006/main">
              <a:ext uri="{FF2B5EF4-FFF2-40B4-BE49-F238E27FC236}">
                <a16:creationId xmlns:a16="http://schemas.microsoft.com/office/drawing/2014/main" id="{9D97697B-DA41-4BD8-B15E-B2EECA8C0F07}"/>
              </a:ext>
            </a:extLst>
          </p:cNvPr>
          <p:cNvSpPr>
            <a:spLocks xmlns:a="http://schemas.openxmlformats.org/drawingml/2006/main" noGrp="1"/>
          </p:cNvSpPr>
          <p:nvPr/>
        </p:nvSpPr>
        <p:spPr>
          <a:xfrm xmlns:a="http://schemas.openxmlformats.org/drawingml/2006/main">
            <a:off x="5772150" y="4286250"/>
            <a:ext cx="228600" cy="171450"/>
          </a:xfrm>
          <a:prstGeom xmlns:a="http://schemas.openxmlformats.org/drawingml/2006/main" prst="rightArrow">
            <a:avLst/>
          </a:prstGeom>
          <a:solidFill xmlns:a="http://schemas.openxmlformats.org/drawingml/2006/main">
            <a:srgbClr val="F5B6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B175F7F-ECA9-41D7-91A3-130407CDD2C8}"/>
              </a:ext>
            </a:extLst>
          </p:cNvPr>
          <p:cNvSpPr>
            <a:spLocks xmlns:a="http://schemas.openxmlformats.org/drawingml/2006/main" noGrp="1"/>
          </p:cNvSpPr>
          <p:nvPr/>
        </p:nvSpPr>
        <p:spPr>
          <a:xfrm xmlns:a="http://schemas.openxmlformats.org/drawingml/2006/main">
            <a:off x="6115050" y="3686175"/>
            <a:ext cx="2238375" cy="1371600"/>
          </a:xfrm>
          <a:prstGeom xmlns:a="http://schemas.openxmlformats.org/drawingml/2006/main" prst="roundRect">
            <a:avLst>
              <a:gd name="adj" fmla="val 11111"/>
            </a:avLst>
          </a:prstGeom>
          <a:solidFill xmlns:a="http://schemas.openxmlformats.org/drawingml/2006/main">
            <a:srgbClr val="D6FF4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561D8DD-FE70-4FCC-B3CE-817FD5D312C7}"/>
              </a:ext>
            </a:extLst>
          </p:cNvPr>
          <p:cNvSpPr>
            <a:spLocks xmlns:a="http://schemas.openxmlformats.org/drawingml/2006/main" noGrp="1"/>
          </p:cNvSpPr>
          <p:nvPr/>
        </p:nvSpPr>
        <p:spPr>
          <a:xfrm xmlns:a="http://schemas.openxmlformats.org/drawingml/2006/main">
            <a:off x="6305550" y="3895725"/>
            <a:ext cx="18573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11225"/>
                </a:solidFill>
                <a:latin typeface="Arial"/>
                <a:ea typeface="Arial"/>
                <a:cs typeface="Arial"/>
              </a:defRPr>
            </a:defPPr>
            <a:lvl1pPr algn="l">
              <a:defRPr sz="1350" b="1">
                <a:solidFill>
                  <a:srgbClr val="111225"/>
                </a:solidFill>
                <a:latin typeface="Arial"/>
                <a:ea typeface="Arial"/>
                <a:cs typeface="Arial"/>
              </a:defRPr>
            </a:lvl1pPr>
            <a:lvl2pPr algn="l">
              <a:defRPr sz="1350" b="1">
                <a:solidFill>
                  <a:srgbClr val="111225"/>
                </a:solidFill>
                <a:latin typeface="Arial"/>
                <a:ea typeface="Arial"/>
                <a:cs typeface="Arial"/>
              </a:defRPr>
            </a:lvl2pPr>
            <a:lvl3pPr algn="l">
              <a:defRPr sz="1350" b="1">
                <a:solidFill>
                  <a:srgbClr val="111225"/>
                </a:solidFill>
                <a:latin typeface="Arial"/>
                <a:ea typeface="Arial"/>
                <a:cs typeface="Arial"/>
              </a:defRPr>
            </a:lvl3pPr>
            <a:lvl4pPr algn="l">
              <a:defRPr sz="1350" b="1">
                <a:solidFill>
                  <a:srgbClr val="111225"/>
                </a:solidFill>
                <a:latin typeface="Arial"/>
                <a:ea typeface="Arial"/>
                <a:cs typeface="Arial"/>
              </a:defRPr>
            </a:lvl4pPr>
            <a:lvl5pPr algn="l">
              <a:defRPr sz="1350" b="1">
                <a:solidFill>
                  <a:srgbClr val="111225"/>
                </a:solidFill>
                <a:latin typeface="Arial"/>
                <a:ea typeface="Arial"/>
                <a:cs typeface="Arial"/>
              </a:defRPr>
            </a:lvl5pPr>
            <a:lvl6pPr algn="l">
              <a:defRPr sz="1350" b="1">
                <a:solidFill>
                  <a:srgbClr val="111225"/>
                </a:solidFill>
                <a:latin typeface="Arial"/>
                <a:ea typeface="Arial"/>
                <a:cs typeface="Arial"/>
              </a:defRPr>
            </a:lvl6pPr>
            <a:lvl7pPr algn="l">
              <a:defRPr sz="1350" b="1">
                <a:solidFill>
                  <a:srgbClr val="111225"/>
                </a:solidFill>
                <a:latin typeface="Arial"/>
                <a:ea typeface="Arial"/>
                <a:cs typeface="Arial"/>
              </a:defRPr>
            </a:lvl7pPr>
            <a:lvl8pPr algn="l">
              <a:defRPr sz="1350" b="1">
                <a:solidFill>
                  <a:srgbClr val="111225"/>
                </a:solidFill>
                <a:latin typeface="Arial"/>
                <a:ea typeface="Arial"/>
                <a:cs typeface="Arial"/>
              </a:defRPr>
            </a:lvl8pPr>
            <a:lvl9pPr algn="l">
              <a:defRPr sz="1350" b="1">
                <a:solidFill>
                  <a:srgbClr val="111225"/>
                </a:solidFill>
                <a:latin typeface="Arial"/>
                <a:ea typeface="Arial"/>
                <a:cs typeface="Arial"/>
              </a:defRPr>
            </a:lvl9pPr>
          </a:lstStyle>
          <a:p xmlns:a="http://schemas.openxmlformats.org/drawingml/2006/main">
            <a:pPr algn="l">
              <a:defRPr sz="1350" b="1">
                <a:solidFill>
                  <a:srgbClr val="111225"/>
                </a:solidFill>
                <a:latin typeface="Arial"/>
                <a:ea typeface="Arial"/>
                <a:cs typeface="Arial"/>
              </a:defRPr>
            </a:pPr>
            <a:r>
              <a:rPr sz="1350" b="1">
                <a:solidFill>
                  <a:srgbClr val="111225"/>
                </a:solidFill>
                <a:latin typeface="Arial"/>
                <a:ea typeface="Arial"/>
                <a:cs typeface="Arial"/>
              </a:rPr>
              <a:t>AI + SEARCH</a:t>
            </a:r>
          </a:p>
        </p:txBody>
      </p:sp>
      <p:sp>
        <p:nvSpPr>
          <p:cNvPr id="14" name="">
            <a:extLst xmlns:a="http://schemas.openxmlformats.org/drawingml/2006/main">
              <a:ext uri="{FF2B5EF4-FFF2-40B4-BE49-F238E27FC236}">
                <a16:creationId xmlns:a16="http://schemas.microsoft.com/office/drawing/2014/main" id="{07AC956E-EB73-43B6-B41F-D4DA32732120}"/>
              </a:ext>
            </a:extLst>
          </p:cNvPr>
          <p:cNvSpPr>
            <a:spLocks xmlns:a="http://schemas.openxmlformats.org/drawingml/2006/main" noGrp="1"/>
          </p:cNvSpPr>
          <p:nvPr/>
        </p:nvSpPr>
        <p:spPr>
          <a:xfrm xmlns:a="http://schemas.openxmlformats.org/drawingml/2006/main">
            <a:off x="6305550" y="4324350"/>
            <a:ext cx="18764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111225"/>
                </a:solidFill>
                <a:latin typeface="Arial"/>
                <a:ea typeface="Arial"/>
                <a:cs typeface="Arial"/>
              </a:defRPr>
            </a:defPPr>
            <a:lvl1pPr algn="l">
              <a:defRPr sz="1125" b="0">
                <a:solidFill>
                  <a:srgbClr val="111225"/>
                </a:solidFill>
                <a:latin typeface="Arial"/>
                <a:ea typeface="Arial"/>
                <a:cs typeface="Arial"/>
              </a:defRPr>
            </a:lvl1pPr>
            <a:lvl2pPr algn="l">
              <a:defRPr sz="1125" b="0">
                <a:solidFill>
                  <a:srgbClr val="111225"/>
                </a:solidFill>
                <a:latin typeface="Arial"/>
                <a:ea typeface="Arial"/>
                <a:cs typeface="Arial"/>
              </a:defRPr>
            </a:lvl2pPr>
            <a:lvl3pPr algn="l">
              <a:defRPr sz="1125" b="0">
                <a:solidFill>
                  <a:srgbClr val="111225"/>
                </a:solidFill>
                <a:latin typeface="Arial"/>
                <a:ea typeface="Arial"/>
                <a:cs typeface="Arial"/>
              </a:defRPr>
            </a:lvl3pPr>
            <a:lvl4pPr algn="l">
              <a:defRPr sz="1125" b="0">
                <a:solidFill>
                  <a:srgbClr val="111225"/>
                </a:solidFill>
                <a:latin typeface="Arial"/>
                <a:ea typeface="Arial"/>
                <a:cs typeface="Arial"/>
              </a:defRPr>
            </a:lvl4pPr>
            <a:lvl5pPr algn="l">
              <a:defRPr sz="1125" b="0">
                <a:solidFill>
                  <a:srgbClr val="111225"/>
                </a:solidFill>
                <a:latin typeface="Arial"/>
                <a:ea typeface="Arial"/>
                <a:cs typeface="Arial"/>
              </a:defRPr>
            </a:lvl5pPr>
            <a:lvl6pPr algn="l">
              <a:defRPr sz="1125" b="0">
                <a:solidFill>
                  <a:srgbClr val="111225"/>
                </a:solidFill>
                <a:latin typeface="Arial"/>
                <a:ea typeface="Arial"/>
                <a:cs typeface="Arial"/>
              </a:defRPr>
            </a:lvl6pPr>
            <a:lvl7pPr algn="l">
              <a:defRPr sz="1125" b="0">
                <a:solidFill>
                  <a:srgbClr val="111225"/>
                </a:solidFill>
                <a:latin typeface="Arial"/>
                <a:ea typeface="Arial"/>
                <a:cs typeface="Arial"/>
              </a:defRPr>
            </a:lvl7pPr>
            <a:lvl8pPr algn="l">
              <a:defRPr sz="1125" b="0">
                <a:solidFill>
                  <a:srgbClr val="111225"/>
                </a:solidFill>
                <a:latin typeface="Arial"/>
                <a:ea typeface="Arial"/>
                <a:cs typeface="Arial"/>
              </a:defRPr>
            </a:lvl8pPr>
            <a:lvl9pPr algn="l">
              <a:defRPr sz="1125" b="0">
                <a:solidFill>
                  <a:srgbClr val="111225"/>
                </a:solidFill>
                <a:latin typeface="Arial"/>
                <a:ea typeface="Arial"/>
                <a:cs typeface="Arial"/>
              </a:defRPr>
            </a:lvl9pPr>
          </a:lstStyle>
          <a:p xmlns:a="http://schemas.openxmlformats.org/drawingml/2006/main">
            <a:pPr algn="l">
              <a:defRPr sz="1125" b="0">
                <a:solidFill>
                  <a:srgbClr val="111225"/>
                </a:solidFill>
                <a:latin typeface="Arial"/>
                <a:ea typeface="Arial"/>
                <a:cs typeface="Arial"/>
              </a:defRPr>
            </a:pPr>
            <a:r>
              <a:rPr sz="1125" b="0">
                <a:solidFill>
                  <a:srgbClr val="111225"/>
                </a:solidFill>
                <a:latin typeface="Arial"/>
                <a:ea typeface="Arial"/>
                <a:cs typeface="Arial"/>
              </a:rPr>
              <a:t>TinyFish · source discovery</a:t>
            </a:r>
          </a:p>
          <a:p xmlns:a="http://schemas.openxmlformats.org/drawingml/2006/main">
            <a:pPr algn="l">
              <a:defRPr sz="1125" b="0">
                <a:solidFill>
                  <a:srgbClr val="111225"/>
                </a:solidFill>
                <a:latin typeface="Arial"/>
                <a:ea typeface="Arial"/>
                <a:cs typeface="Arial"/>
              </a:defRPr>
            </a:pPr>
            <a:r>
              <a:rPr sz="1125" b="0">
                <a:solidFill>
                  <a:srgbClr val="111225"/>
                </a:solidFill>
                <a:latin typeface="Arial"/>
                <a:ea typeface="Arial"/>
                <a:cs typeface="Arial"/>
              </a:rPr>
              <a:t>Gemini · score and draft</a:t>
            </a:r>
          </a:p>
        </p:txBody>
      </p:sp>
      <p:sp>
        <p:nvSpPr>
          <p:cNvPr id="15" name="">
            <a:extLst xmlns:a="http://schemas.openxmlformats.org/drawingml/2006/main">
              <a:ext uri="{FF2B5EF4-FFF2-40B4-BE49-F238E27FC236}">
                <a16:creationId xmlns:a16="http://schemas.microsoft.com/office/drawing/2014/main" id="{A4959E31-89C6-46B6-8C24-86AFA440C6C3}"/>
              </a:ext>
            </a:extLst>
          </p:cNvPr>
          <p:cNvSpPr>
            <a:spLocks xmlns:a="http://schemas.openxmlformats.org/drawingml/2006/main" noGrp="1"/>
          </p:cNvSpPr>
          <p:nvPr/>
        </p:nvSpPr>
        <p:spPr>
          <a:xfrm xmlns:a="http://schemas.openxmlformats.org/drawingml/2006/main">
            <a:off x="8486775" y="4286250"/>
            <a:ext cx="228600" cy="171450"/>
          </a:xfrm>
          <a:prstGeom xmlns:a="http://schemas.openxmlformats.org/drawingml/2006/main" prst="rightArrow">
            <a:avLst/>
          </a:prstGeom>
          <a:solidFill xmlns:a="http://schemas.openxmlformats.org/drawingml/2006/main">
            <a:srgbClr val="F5B6D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B9EEF32-5D74-45AB-B146-7F5BB284E683}"/>
              </a:ext>
            </a:extLst>
          </p:cNvPr>
          <p:cNvSpPr>
            <a:spLocks xmlns:a="http://schemas.openxmlformats.org/drawingml/2006/main" noGrp="1"/>
          </p:cNvSpPr>
          <p:nvPr/>
        </p:nvSpPr>
        <p:spPr>
          <a:xfrm xmlns:a="http://schemas.openxmlformats.org/drawingml/2006/main">
            <a:off x="8829675" y="3686175"/>
            <a:ext cx="2647950" cy="1371600"/>
          </a:xfrm>
          <a:prstGeom xmlns:a="http://schemas.openxmlformats.org/drawingml/2006/main" prst="roundRect">
            <a:avLst>
              <a:gd name="adj" fmla="val 11111"/>
            </a:avLst>
          </a:prstGeom>
          <a:solidFill xmlns:a="http://schemas.openxmlformats.org/drawingml/2006/main">
            <a:srgbClr val="37364E"/>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27E1931-035C-430C-920F-98CABFCB5AFA}"/>
              </a:ext>
            </a:extLst>
          </p:cNvPr>
          <p:cNvSpPr>
            <a:spLocks xmlns:a="http://schemas.openxmlformats.org/drawingml/2006/main" noGrp="1"/>
          </p:cNvSpPr>
          <p:nvPr/>
        </p:nvSpPr>
        <p:spPr>
          <a:xfrm xmlns:a="http://schemas.openxmlformats.org/drawingml/2006/main">
            <a:off x="9020175" y="3895725"/>
            <a:ext cx="22669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FFFFFF"/>
                </a:solidFill>
                <a:latin typeface="Arial"/>
                <a:ea typeface="Arial"/>
                <a:cs typeface="Arial"/>
              </a:defRPr>
            </a:defPPr>
            <a:lvl1pPr algn="l">
              <a:defRPr sz="1350" b="1">
                <a:solidFill>
                  <a:srgbClr val="FFFFFF"/>
                </a:solidFill>
                <a:latin typeface="Arial"/>
                <a:ea typeface="Arial"/>
                <a:cs typeface="Arial"/>
              </a:defRPr>
            </a:lvl1pPr>
            <a:lvl2pPr algn="l">
              <a:defRPr sz="1350" b="1">
                <a:solidFill>
                  <a:srgbClr val="FFFFFF"/>
                </a:solidFill>
                <a:latin typeface="Arial"/>
                <a:ea typeface="Arial"/>
                <a:cs typeface="Arial"/>
              </a:defRPr>
            </a:lvl2pPr>
            <a:lvl3pPr algn="l">
              <a:defRPr sz="1350" b="1">
                <a:solidFill>
                  <a:srgbClr val="FFFFFF"/>
                </a:solidFill>
                <a:latin typeface="Arial"/>
                <a:ea typeface="Arial"/>
                <a:cs typeface="Arial"/>
              </a:defRPr>
            </a:lvl3pPr>
            <a:lvl4pPr algn="l">
              <a:defRPr sz="1350" b="1">
                <a:solidFill>
                  <a:srgbClr val="FFFFFF"/>
                </a:solidFill>
                <a:latin typeface="Arial"/>
                <a:ea typeface="Arial"/>
                <a:cs typeface="Arial"/>
              </a:defRPr>
            </a:lvl4pPr>
            <a:lvl5pPr algn="l">
              <a:defRPr sz="1350" b="1">
                <a:solidFill>
                  <a:srgbClr val="FFFFFF"/>
                </a:solidFill>
                <a:latin typeface="Arial"/>
                <a:ea typeface="Arial"/>
                <a:cs typeface="Arial"/>
              </a:defRPr>
            </a:lvl5pPr>
            <a:lvl6pPr algn="l">
              <a:defRPr sz="1350" b="1">
                <a:solidFill>
                  <a:srgbClr val="FFFFFF"/>
                </a:solidFill>
                <a:latin typeface="Arial"/>
                <a:ea typeface="Arial"/>
                <a:cs typeface="Arial"/>
              </a:defRPr>
            </a:lvl6pPr>
            <a:lvl7pPr algn="l">
              <a:defRPr sz="1350" b="1">
                <a:solidFill>
                  <a:srgbClr val="FFFFFF"/>
                </a:solidFill>
                <a:latin typeface="Arial"/>
                <a:ea typeface="Arial"/>
                <a:cs typeface="Arial"/>
              </a:defRPr>
            </a:lvl7pPr>
            <a:lvl8pPr algn="l">
              <a:defRPr sz="1350" b="1">
                <a:solidFill>
                  <a:srgbClr val="FFFFFF"/>
                </a:solidFill>
                <a:latin typeface="Arial"/>
                <a:ea typeface="Arial"/>
                <a:cs typeface="Arial"/>
              </a:defRPr>
            </a:lvl8pPr>
            <a:lvl9pPr algn="l">
              <a:defRPr sz="1350" b="1">
                <a:solidFill>
                  <a:srgbClr val="FFFFFF"/>
                </a:solidFill>
                <a:latin typeface="Arial"/>
                <a:ea typeface="Arial"/>
                <a:cs typeface="Arial"/>
              </a:defRPr>
            </a:lvl9pPr>
          </a:lstStyle>
          <a:p xmlns:a="http://schemas.openxmlformats.org/drawingml/2006/main">
            <a:pPr algn="l">
              <a:defRPr sz="1350" b="1">
                <a:solidFill>
                  <a:srgbClr val="FFFFFF"/>
                </a:solidFill>
                <a:latin typeface="Arial"/>
                <a:ea typeface="Arial"/>
                <a:cs typeface="Arial"/>
              </a:defRPr>
            </a:pPr>
            <a:r>
              <a:rPr sz="1350" b="1">
                <a:solidFill>
                  <a:srgbClr val="FFFFFF"/>
                </a:solidFill>
                <a:latin typeface="Arial"/>
                <a:ea typeface="Arial"/>
                <a:cs typeface="Arial"/>
              </a:rPr>
              <a:t>FIREBASE</a:t>
            </a:r>
          </a:p>
        </p:txBody>
      </p:sp>
      <p:sp>
        <p:nvSpPr>
          <p:cNvPr id="18" name="">
            <a:extLst xmlns:a="http://schemas.openxmlformats.org/drawingml/2006/main">
              <a:ext uri="{FF2B5EF4-FFF2-40B4-BE49-F238E27FC236}">
                <a16:creationId xmlns:a16="http://schemas.microsoft.com/office/drawing/2014/main" id="{51A8B40D-913E-4B15-983A-EFA2D39F825B}"/>
              </a:ext>
            </a:extLst>
          </p:cNvPr>
          <p:cNvSpPr>
            <a:spLocks xmlns:a="http://schemas.openxmlformats.org/drawingml/2006/main" noGrp="1"/>
          </p:cNvSpPr>
          <p:nvPr/>
        </p:nvSpPr>
        <p:spPr>
          <a:xfrm xmlns:a="http://schemas.openxmlformats.org/drawingml/2006/main">
            <a:off x="9020175" y="4324350"/>
            <a:ext cx="228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FFFFFF"/>
                </a:solidFill>
                <a:latin typeface="Arial"/>
                <a:ea typeface="Arial"/>
                <a:cs typeface="Arial"/>
              </a:defRPr>
            </a:defPPr>
            <a:lvl1pPr algn="l">
              <a:defRPr sz="1125" b="0">
                <a:solidFill>
                  <a:srgbClr val="FFFFFF"/>
                </a:solidFill>
                <a:latin typeface="Arial"/>
                <a:ea typeface="Arial"/>
                <a:cs typeface="Arial"/>
              </a:defRPr>
            </a:lvl1pPr>
            <a:lvl2pPr algn="l">
              <a:defRPr sz="1125" b="0">
                <a:solidFill>
                  <a:srgbClr val="FFFFFF"/>
                </a:solidFill>
                <a:latin typeface="Arial"/>
                <a:ea typeface="Arial"/>
                <a:cs typeface="Arial"/>
              </a:defRPr>
            </a:lvl2pPr>
            <a:lvl3pPr algn="l">
              <a:defRPr sz="1125" b="0">
                <a:solidFill>
                  <a:srgbClr val="FFFFFF"/>
                </a:solidFill>
                <a:latin typeface="Arial"/>
                <a:ea typeface="Arial"/>
                <a:cs typeface="Arial"/>
              </a:defRPr>
            </a:lvl3pPr>
            <a:lvl4pPr algn="l">
              <a:defRPr sz="1125" b="0">
                <a:solidFill>
                  <a:srgbClr val="FFFFFF"/>
                </a:solidFill>
                <a:latin typeface="Arial"/>
                <a:ea typeface="Arial"/>
                <a:cs typeface="Arial"/>
              </a:defRPr>
            </a:lvl4pPr>
            <a:lvl5pPr algn="l">
              <a:defRPr sz="1125" b="0">
                <a:solidFill>
                  <a:srgbClr val="FFFFFF"/>
                </a:solidFill>
                <a:latin typeface="Arial"/>
                <a:ea typeface="Arial"/>
                <a:cs typeface="Arial"/>
              </a:defRPr>
            </a:lvl5pPr>
            <a:lvl6pPr algn="l">
              <a:defRPr sz="1125" b="0">
                <a:solidFill>
                  <a:srgbClr val="FFFFFF"/>
                </a:solidFill>
                <a:latin typeface="Arial"/>
                <a:ea typeface="Arial"/>
                <a:cs typeface="Arial"/>
              </a:defRPr>
            </a:lvl6pPr>
            <a:lvl7pPr algn="l">
              <a:defRPr sz="1125" b="0">
                <a:solidFill>
                  <a:srgbClr val="FFFFFF"/>
                </a:solidFill>
                <a:latin typeface="Arial"/>
                <a:ea typeface="Arial"/>
                <a:cs typeface="Arial"/>
              </a:defRPr>
            </a:lvl7pPr>
            <a:lvl8pPr algn="l">
              <a:defRPr sz="1125" b="0">
                <a:solidFill>
                  <a:srgbClr val="FFFFFF"/>
                </a:solidFill>
                <a:latin typeface="Arial"/>
                <a:ea typeface="Arial"/>
                <a:cs typeface="Arial"/>
              </a:defRPr>
            </a:lvl8pPr>
            <a:lvl9pPr algn="l">
              <a:defRPr sz="1125" b="0">
                <a:solidFill>
                  <a:srgbClr val="FFFFFF"/>
                </a:solidFill>
                <a:latin typeface="Arial"/>
                <a:ea typeface="Arial"/>
                <a:cs typeface="Arial"/>
              </a:defRPr>
            </a:lvl9pPr>
          </a:lstStyle>
          <a:p xmlns:a="http://schemas.openxmlformats.org/drawingml/2006/main">
            <a:pPr algn="l">
              <a:defRPr sz="1125" b="0">
                <a:solidFill>
                  <a:srgbClr val="FFFFFF"/>
                </a:solidFill>
                <a:latin typeface="Arial"/>
                <a:ea typeface="Arial"/>
                <a:cs typeface="Arial"/>
              </a:defRPr>
            </a:pPr>
            <a:r>
              <a:rPr sz="1125" b="0">
                <a:solidFill>
                  <a:srgbClr val="FFFFFF"/>
                </a:solidFill>
                <a:latin typeface="Arial"/>
                <a:ea typeface="Arial"/>
                <a:cs typeface="Arial"/>
              </a:rPr>
              <a:t>Identity · verified email</a:t>
            </a:r>
          </a:p>
          <a:p xmlns:a="http://schemas.openxmlformats.org/drawingml/2006/main">
            <a:pPr algn="l">
              <a:defRPr sz="1125" b="0">
                <a:solidFill>
                  <a:srgbClr val="FFFFFF"/>
                </a:solidFill>
                <a:latin typeface="Arial"/>
                <a:ea typeface="Arial"/>
                <a:cs typeface="Arial"/>
              </a:defRPr>
            </a:pPr>
            <a:r>
              <a:rPr sz="1125" b="0">
                <a:solidFill>
                  <a:srgbClr val="FFFFFF"/>
                </a:solidFill>
                <a:latin typeface="Arial"/>
                <a:ea typeface="Arial"/>
                <a:cs typeface="Arial"/>
              </a:rPr>
              <a:t>Firestore · profiles and runs</a:t>
            </a:r>
          </a:p>
        </p:txBody>
      </p:sp>
      <p:sp>
        <p:nvSpPr>
          <p:cNvPr id="19" name="">
            <a:extLst xmlns:a="http://schemas.openxmlformats.org/drawingml/2006/main">
              <a:ext uri="{FF2B5EF4-FFF2-40B4-BE49-F238E27FC236}">
                <a16:creationId xmlns:a16="http://schemas.microsoft.com/office/drawing/2014/main" id="{447DFCC1-AEE5-479C-822A-629ECECD2499}"/>
              </a:ext>
            </a:extLst>
          </p:cNvPr>
          <p:cNvSpPr>
            <a:spLocks xmlns:a="http://schemas.openxmlformats.org/drawingml/2006/main" noGrp="1"/>
          </p:cNvSpPr>
          <p:nvPr/>
        </p:nvSpPr>
        <p:spPr>
          <a:xfrm xmlns:a="http://schemas.openxmlformats.org/drawingml/2006/main">
            <a:off x="723900" y="5448300"/>
            <a:ext cx="10668000" cy="9525"/>
          </a:xfrm>
          <a:prstGeom xmlns:a="http://schemas.openxmlformats.org/drawingml/2006/main" prst="rect">
            <a:avLst/>
          </a:prstGeom>
          <a:solidFill xmlns:a="http://schemas.openxmlformats.org/drawingml/2006/main">
            <a:srgbClr val="44445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C4C8890-0102-4A3F-B832-B594301D93BA}"/>
              </a:ext>
            </a:extLst>
          </p:cNvPr>
          <p:cNvSpPr>
            <a:spLocks xmlns:a="http://schemas.openxmlformats.org/drawingml/2006/main" noGrp="1"/>
          </p:cNvSpPr>
          <p:nvPr/>
        </p:nvSpPr>
        <p:spPr>
          <a:xfrm xmlns:a="http://schemas.openxmlformats.org/drawingml/2006/main">
            <a:off x="742950" y="5724525"/>
            <a:ext cx="102870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D6FF4F"/>
                </a:solidFill>
                <a:latin typeface="Arial"/>
                <a:ea typeface="Arial"/>
                <a:cs typeface="Arial"/>
              </a:defRPr>
            </a:defPPr>
            <a:lvl1pPr algn="l">
              <a:defRPr sz="1500" b="1">
                <a:solidFill>
                  <a:srgbClr val="D6FF4F"/>
                </a:solidFill>
                <a:latin typeface="Arial"/>
                <a:ea typeface="Arial"/>
                <a:cs typeface="Arial"/>
              </a:defRPr>
            </a:lvl1pPr>
            <a:lvl2pPr algn="l">
              <a:defRPr sz="1500" b="1">
                <a:solidFill>
                  <a:srgbClr val="D6FF4F"/>
                </a:solidFill>
                <a:latin typeface="Arial"/>
                <a:ea typeface="Arial"/>
                <a:cs typeface="Arial"/>
              </a:defRPr>
            </a:lvl2pPr>
            <a:lvl3pPr algn="l">
              <a:defRPr sz="1500" b="1">
                <a:solidFill>
                  <a:srgbClr val="D6FF4F"/>
                </a:solidFill>
                <a:latin typeface="Arial"/>
                <a:ea typeface="Arial"/>
                <a:cs typeface="Arial"/>
              </a:defRPr>
            </a:lvl3pPr>
            <a:lvl4pPr algn="l">
              <a:defRPr sz="1500" b="1">
                <a:solidFill>
                  <a:srgbClr val="D6FF4F"/>
                </a:solidFill>
                <a:latin typeface="Arial"/>
                <a:ea typeface="Arial"/>
                <a:cs typeface="Arial"/>
              </a:defRPr>
            </a:lvl4pPr>
            <a:lvl5pPr algn="l">
              <a:defRPr sz="1500" b="1">
                <a:solidFill>
                  <a:srgbClr val="D6FF4F"/>
                </a:solidFill>
                <a:latin typeface="Arial"/>
                <a:ea typeface="Arial"/>
                <a:cs typeface="Arial"/>
              </a:defRPr>
            </a:lvl5pPr>
            <a:lvl6pPr algn="l">
              <a:defRPr sz="1500" b="1">
                <a:solidFill>
                  <a:srgbClr val="D6FF4F"/>
                </a:solidFill>
                <a:latin typeface="Arial"/>
                <a:ea typeface="Arial"/>
                <a:cs typeface="Arial"/>
              </a:defRPr>
            </a:lvl6pPr>
            <a:lvl7pPr algn="l">
              <a:defRPr sz="1500" b="1">
                <a:solidFill>
                  <a:srgbClr val="D6FF4F"/>
                </a:solidFill>
                <a:latin typeface="Arial"/>
                <a:ea typeface="Arial"/>
                <a:cs typeface="Arial"/>
              </a:defRPr>
            </a:lvl7pPr>
            <a:lvl8pPr algn="l">
              <a:defRPr sz="1500" b="1">
                <a:solidFill>
                  <a:srgbClr val="D6FF4F"/>
                </a:solidFill>
                <a:latin typeface="Arial"/>
                <a:ea typeface="Arial"/>
                <a:cs typeface="Arial"/>
              </a:defRPr>
            </a:lvl8pPr>
            <a:lvl9pPr algn="l">
              <a:defRPr sz="1500" b="1">
                <a:solidFill>
                  <a:srgbClr val="D6FF4F"/>
                </a:solidFill>
                <a:latin typeface="Arial"/>
                <a:ea typeface="Arial"/>
                <a:cs typeface="Arial"/>
              </a:defRPr>
            </a:lvl9pPr>
          </a:lstStyle>
          <a:p xmlns:a="http://schemas.openxmlformats.org/drawingml/2006/main">
            <a:pPr algn="l">
              <a:defRPr sz="1500" b="1">
                <a:solidFill>
                  <a:srgbClr val="D6FF4F"/>
                </a:solidFill>
                <a:latin typeface="Arial"/>
                <a:ea typeface="Arial"/>
                <a:cs typeface="Arial"/>
              </a:defRPr>
            </a:pPr>
            <a:r>
              <a:rPr sz="1500" b="1">
                <a:solidFill>
                  <a:srgbClr val="D6FF4F"/>
                </a:solidFill>
                <a:latin typeface="Arial"/>
                <a:ea typeface="Arial"/>
                <a:cs typeface="Arial"/>
              </a:rPr>
              <a:t>Ambiguous run results stay ‘unknown’ until confirmed.</a:t>
            </a:r>
          </a:p>
        </p:txBody>
      </p:sp>
      <p:sp>
        <p:nvSpPr>
          <p:cNvPr id="21" name="">
            <a:extLst xmlns:a="http://schemas.openxmlformats.org/drawingml/2006/main">
              <a:ext uri="{FF2B5EF4-FFF2-40B4-BE49-F238E27FC236}">
                <a16:creationId xmlns:a16="http://schemas.microsoft.com/office/drawing/2014/main" id="{65FBCE51-0F6B-4BFC-A884-F3A9CD10B88B}"/>
              </a:ext>
            </a:extLst>
          </p:cNvPr>
          <p:cNvSpPr>
            <a:spLocks xmlns:a="http://schemas.openxmlformats.org/drawingml/2006/main" noGrp="1"/>
          </p:cNvSpPr>
          <p:nvPr/>
        </p:nvSpPr>
        <p:spPr>
          <a:xfrm xmlns:a="http://schemas.openxmlformats.org/drawingml/2006/main">
            <a:off x="685800" y="64865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B7B7C8"/>
                </a:solidFill>
                <a:latin typeface="Arial"/>
                <a:ea typeface="Arial"/>
                <a:cs typeface="Arial"/>
              </a:defRPr>
            </a:defPPr>
            <a:lvl1pPr algn="l">
              <a:defRPr sz="900" b="1">
                <a:solidFill>
                  <a:srgbClr val="B7B7C8"/>
                </a:solidFill>
                <a:latin typeface="Arial"/>
                <a:ea typeface="Arial"/>
                <a:cs typeface="Arial"/>
              </a:defRPr>
            </a:lvl1pPr>
            <a:lvl2pPr algn="l">
              <a:defRPr sz="900" b="1">
                <a:solidFill>
                  <a:srgbClr val="B7B7C8"/>
                </a:solidFill>
                <a:latin typeface="Arial"/>
                <a:ea typeface="Arial"/>
                <a:cs typeface="Arial"/>
              </a:defRPr>
            </a:lvl2pPr>
            <a:lvl3pPr algn="l">
              <a:defRPr sz="900" b="1">
                <a:solidFill>
                  <a:srgbClr val="B7B7C8"/>
                </a:solidFill>
                <a:latin typeface="Arial"/>
                <a:ea typeface="Arial"/>
                <a:cs typeface="Arial"/>
              </a:defRPr>
            </a:lvl3pPr>
            <a:lvl4pPr algn="l">
              <a:defRPr sz="900" b="1">
                <a:solidFill>
                  <a:srgbClr val="B7B7C8"/>
                </a:solidFill>
                <a:latin typeface="Arial"/>
                <a:ea typeface="Arial"/>
                <a:cs typeface="Arial"/>
              </a:defRPr>
            </a:lvl4pPr>
            <a:lvl5pPr algn="l">
              <a:defRPr sz="900" b="1">
                <a:solidFill>
                  <a:srgbClr val="B7B7C8"/>
                </a:solidFill>
                <a:latin typeface="Arial"/>
                <a:ea typeface="Arial"/>
                <a:cs typeface="Arial"/>
              </a:defRPr>
            </a:lvl5pPr>
            <a:lvl6pPr algn="l">
              <a:defRPr sz="900" b="1">
                <a:solidFill>
                  <a:srgbClr val="B7B7C8"/>
                </a:solidFill>
                <a:latin typeface="Arial"/>
                <a:ea typeface="Arial"/>
                <a:cs typeface="Arial"/>
              </a:defRPr>
            </a:lvl6pPr>
            <a:lvl7pPr algn="l">
              <a:defRPr sz="900" b="1">
                <a:solidFill>
                  <a:srgbClr val="B7B7C8"/>
                </a:solidFill>
                <a:latin typeface="Arial"/>
                <a:ea typeface="Arial"/>
                <a:cs typeface="Arial"/>
              </a:defRPr>
            </a:lvl7pPr>
            <a:lvl8pPr algn="l">
              <a:defRPr sz="900" b="1">
                <a:solidFill>
                  <a:srgbClr val="B7B7C8"/>
                </a:solidFill>
                <a:latin typeface="Arial"/>
                <a:ea typeface="Arial"/>
                <a:cs typeface="Arial"/>
              </a:defRPr>
            </a:lvl8pPr>
            <a:lvl9pPr algn="l">
              <a:defRPr sz="900" b="1">
                <a:solidFill>
                  <a:srgbClr val="B7B7C8"/>
                </a:solidFill>
                <a:latin typeface="Arial"/>
                <a:ea typeface="Arial"/>
                <a:cs typeface="Arial"/>
              </a:defRPr>
            </a:lvl9pPr>
          </a:lstStyle>
          <a:p xmlns:a="http://schemas.openxmlformats.org/drawingml/2006/main">
            <a:pPr algn="l">
              <a:defRPr sz="900" b="1">
                <a:solidFill>
                  <a:srgbClr val="B7B7C8"/>
                </a:solidFill>
                <a:latin typeface="Arial"/>
                <a:ea typeface="Arial"/>
                <a:cs typeface="Arial"/>
              </a:defRPr>
            </a:pPr>
            <a:r>
              <a:rPr sz="900" b="1">
                <a:solidFill>
                  <a:srgbClr val="B7B7C8"/>
                </a:solidFill>
                <a:latin typeface="Arial"/>
                <a:ea typeface="Arial"/>
                <a:cs typeface="Arial"/>
              </a:rPr>
              <a:t>AUTOGRANT  /  AZINHACK 2026</a:t>
            </a:r>
          </a:p>
        </p:txBody>
      </p:sp>
      <p:sp>
        <p:nvSpPr>
          <p:cNvPr id="22" name="">
            <a:extLst xmlns:a="http://schemas.openxmlformats.org/drawingml/2006/main">
              <a:ext uri="{FF2B5EF4-FFF2-40B4-BE49-F238E27FC236}">
                <a16:creationId xmlns:a16="http://schemas.microsoft.com/office/drawing/2014/main" id="{246A7728-E271-463E-8FC9-ACA4FA573BBB}"/>
              </a:ext>
            </a:extLst>
          </p:cNvPr>
          <p:cNvSpPr>
            <a:spLocks xmlns:a="http://schemas.openxmlformats.org/drawingml/2006/main" noGrp="1"/>
          </p:cNvSpPr>
          <p:nvPr/>
        </p:nvSpPr>
        <p:spPr>
          <a:xfrm xmlns:a="http://schemas.openxmlformats.org/drawingml/2006/main">
            <a:off x="10668000" y="6486525"/>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B7B7C8"/>
                </a:solidFill>
                <a:latin typeface="Arial"/>
                <a:ea typeface="Arial"/>
                <a:cs typeface="Arial"/>
              </a:defRPr>
            </a:defPPr>
            <a:lvl1pPr algn="r">
              <a:defRPr sz="900" b="1">
                <a:solidFill>
                  <a:srgbClr val="B7B7C8"/>
                </a:solidFill>
                <a:latin typeface="Arial"/>
                <a:ea typeface="Arial"/>
                <a:cs typeface="Arial"/>
              </a:defRPr>
            </a:lvl1pPr>
            <a:lvl2pPr algn="r">
              <a:defRPr sz="900" b="1">
                <a:solidFill>
                  <a:srgbClr val="B7B7C8"/>
                </a:solidFill>
                <a:latin typeface="Arial"/>
                <a:ea typeface="Arial"/>
                <a:cs typeface="Arial"/>
              </a:defRPr>
            </a:lvl2pPr>
            <a:lvl3pPr algn="r">
              <a:defRPr sz="900" b="1">
                <a:solidFill>
                  <a:srgbClr val="B7B7C8"/>
                </a:solidFill>
                <a:latin typeface="Arial"/>
                <a:ea typeface="Arial"/>
                <a:cs typeface="Arial"/>
              </a:defRPr>
            </a:lvl3pPr>
            <a:lvl4pPr algn="r">
              <a:defRPr sz="900" b="1">
                <a:solidFill>
                  <a:srgbClr val="B7B7C8"/>
                </a:solidFill>
                <a:latin typeface="Arial"/>
                <a:ea typeface="Arial"/>
                <a:cs typeface="Arial"/>
              </a:defRPr>
            </a:lvl4pPr>
            <a:lvl5pPr algn="r">
              <a:defRPr sz="900" b="1">
                <a:solidFill>
                  <a:srgbClr val="B7B7C8"/>
                </a:solidFill>
                <a:latin typeface="Arial"/>
                <a:ea typeface="Arial"/>
                <a:cs typeface="Arial"/>
              </a:defRPr>
            </a:lvl5pPr>
            <a:lvl6pPr algn="r">
              <a:defRPr sz="900" b="1">
                <a:solidFill>
                  <a:srgbClr val="B7B7C8"/>
                </a:solidFill>
                <a:latin typeface="Arial"/>
                <a:ea typeface="Arial"/>
                <a:cs typeface="Arial"/>
              </a:defRPr>
            </a:lvl6pPr>
            <a:lvl7pPr algn="r">
              <a:defRPr sz="900" b="1">
                <a:solidFill>
                  <a:srgbClr val="B7B7C8"/>
                </a:solidFill>
                <a:latin typeface="Arial"/>
                <a:ea typeface="Arial"/>
                <a:cs typeface="Arial"/>
              </a:defRPr>
            </a:lvl7pPr>
            <a:lvl8pPr algn="r">
              <a:defRPr sz="900" b="1">
                <a:solidFill>
                  <a:srgbClr val="B7B7C8"/>
                </a:solidFill>
                <a:latin typeface="Arial"/>
                <a:ea typeface="Arial"/>
                <a:cs typeface="Arial"/>
              </a:defRPr>
            </a:lvl8pPr>
            <a:lvl9pPr algn="r">
              <a:defRPr sz="900" b="1">
                <a:solidFill>
                  <a:srgbClr val="B7B7C8"/>
                </a:solidFill>
                <a:latin typeface="Arial"/>
                <a:ea typeface="Arial"/>
                <a:cs typeface="Arial"/>
              </a:defRPr>
            </a:lvl9pPr>
          </a:lstStyle>
          <a:p xmlns:a="http://schemas.openxmlformats.org/drawingml/2006/main">
            <a:pPr algn="r">
              <a:defRPr sz="900" b="1">
                <a:solidFill>
                  <a:srgbClr val="B7B7C8"/>
                </a:solidFill>
                <a:latin typeface="Arial"/>
                <a:ea typeface="Arial"/>
                <a:cs typeface="Arial"/>
              </a:defRPr>
            </a:pPr>
            <a:r>
              <a:rPr sz="900" b="1">
                <a:solidFill>
                  <a:srgbClr val="B7B7C8"/>
                </a:solidFill>
                <a:latin typeface="Arial"/>
                <a:ea typeface="Arial"/>
                <a:cs typeface="Arial"/>
              </a:rPr>
              <a:t>06 / 08</a:t>
            </a:r>
          </a:p>
        </p:txBody>
      </p:sp>
    </p:spTree>
    <p:extLst>
      <p:ext uri="{BB962C8B-B14F-4D97-AF65-F5344CB8AC3E}">
        <p14:creationId xmlns:p14="http://schemas.microsoft.com/office/powerpoint/2010/main" val="1106917263"/>
      </p:ext>
    </p:extLst>
  </p:cSld>
</p:sld>
</file>

<file path=ppt/slides/slide7.xml><?xml version="1.0" encoding="utf-8"?>
<p:sld xmlns:p="http://schemas.openxmlformats.org/presentationml/2006/main">
  <p:cSld>
    <p:bg>
      <p:bgPr>
        <a:solidFill xmlns:a="http://schemas.openxmlformats.org/drawingml/2006/main">
          <a:srgbClr val="F4F2EC"/>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F362FC2-A082-434E-882D-7481791F5C08}"/>
              </a:ext>
            </a:extLst>
          </p:cNvPr>
          <p:cNvSpPr>
            <a:spLocks xmlns:a="http://schemas.openxmlformats.org/drawingml/2006/main" noGrp="1"/>
          </p:cNvSpPr>
          <p:nvPr/>
        </p:nvSpPr>
        <p:spPr>
          <a:xfrm xmlns:a="http://schemas.openxmlformats.org/drawingml/2006/main">
            <a:off x="685800" y="45720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7657FF"/>
                </a:solidFill>
                <a:latin typeface="Arial"/>
                <a:ea typeface="Arial"/>
                <a:cs typeface="Arial"/>
              </a:defRPr>
            </a:defPPr>
            <a:lvl1pPr algn="l">
              <a:defRPr sz="975" b="1">
                <a:solidFill>
                  <a:srgbClr val="7657FF"/>
                </a:solidFill>
                <a:latin typeface="Arial"/>
                <a:ea typeface="Arial"/>
                <a:cs typeface="Arial"/>
              </a:defRPr>
            </a:lvl1pPr>
            <a:lvl2pPr algn="l">
              <a:defRPr sz="975" b="1">
                <a:solidFill>
                  <a:srgbClr val="7657FF"/>
                </a:solidFill>
                <a:latin typeface="Arial"/>
                <a:ea typeface="Arial"/>
                <a:cs typeface="Arial"/>
              </a:defRPr>
            </a:lvl2pPr>
            <a:lvl3pPr algn="l">
              <a:defRPr sz="975" b="1">
                <a:solidFill>
                  <a:srgbClr val="7657FF"/>
                </a:solidFill>
                <a:latin typeface="Arial"/>
                <a:ea typeface="Arial"/>
                <a:cs typeface="Arial"/>
              </a:defRPr>
            </a:lvl3pPr>
            <a:lvl4pPr algn="l">
              <a:defRPr sz="975" b="1">
                <a:solidFill>
                  <a:srgbClr val="7657FF"/>
                </a:solidFill>
                <a:latin typeface="Arial"/>
                <a:ea typeface="Arial"/>
                <a:cs typeface="Arial"/>
              </a:defRPr>
            </a:lvl4pPr>
            <a:lvl5pPr algn="l">
              <a:defRPr sz="975" b="1">
                <a:solidFill>
                  <a:srgbClr val="7657FF"/>
                </a:solidFill>
                <a:latin typeface="Arial"/>
                <a:ea typeface="Arial"/>
                <a:cs typeface="Arial"/>
              </a:defRPr>
            </a:lvl5pPr>
            <a:lvl6pPr algn="l">
              <a:defRPr sz="975" b="1">
                <a:solidFill>
                  <a:srgbClr val="7657FF"/>
                </a:solidFill>
                <a:latin typeface="Arial"/>
                <a:ea typeface="Arial"/>
                <a:cs typeface="Arial"/>
              </a:defRPr>
            </a:lvl6pPr>
            <a:lvl7pPr algn="l">
              <a:defRPr sz="975" b="1">
                <a:solidFill>
                  <a:srgbClr val="7657FF"/>
                </a:solidFill>
                <a:latin typeface="Arial"/>
                <a:ea typeface="Arial"/>
                <a:cs typeface="Arial"/>
              </a:defRPr>
            </a:lvl7pPr>
            <a:lvl8pPr algn="l">
              <a:defRPr sz="975" b="1">
                <a:solidFill>
                  <a:srgbClr val="7657FF"/>
                </a:solidFill>
                <a:latin typeface="Arial"/>
                <a:ea typeface="Arial"/>
                <a:cs typeface="Arial"/>
              </a:defRPr>
            </a:lvl8pPr>
            <a:lvl9pPr algn="l">
              <a:defRPr sz="975" b="1">
                <a:solidFill>
                  <a:srgbClr val="7657FF"/>
                </a:solidFill>
                <a:latin typeface="Arial"/>
                <a:ea typeface="Arial"/>
                <a:cs typeface="Arial"/>
              </a:defRPr>
            </a:lvl9pPr>
          </a:lstStyle>
          <a:p xmlns:a="http://schemas.openxmlformats.org/drawingml/2006/main">
            <a:pPr algn="l">
              <a:defRPr sz="975" b="1">
                <a:solidFill>
                  <a:srgbClr val="7657FF"/>
                </a:solidFill>
                <a:latin typeface="Arial"/>
                <a:ea typeface="Arial"/>
                <a:cs typeface="Arial"/>
              </a:defRPr>
            </a:pPr>
            <a:r>
              <a:rPr sz="975" b="1">
                <a:solidFill>
                  <a:srgbClr val="7657FF"/>
                </a:solidFill>
                <a:latin typeface="Arial"/>
                <a:ea typeface="Arial"/>
                <a:cs typeface="Arial"/>
              </a:rPr>
              <a:t>WHERE IT STANDS</a:t>
            </a:r>
          </a:p>
        </p:txBody>
      </p:sp>
      <p:sp>
        <p:nvSpPr>
          <p:cNvPr id="2" name="">
            <a:extLst xmlns:a="http://schemas.openxmlformats.org/drawingml/2006/main">
              <a:ext uri="{FF2B5EF4-FFF2-40B4-BE49-F238E27FC236}">
                <a16:creationId xmlns:a16="http://schemas.microsoft.com/office/drawing/2014/main" id="{AD8F4435-33DB-4B80-97DD-F07FF9098FBA}"/>
              </a:ext>
            </a:extLst>
          </p:cNvPr>
          <p:cNvSpPr>
            <a:spLocks xmlns:a="http://schemas.openxmlformats.org/drawingml/2006/main" noGrp="1"/>
          </p:cNvSpPr>
          <p:nvPr/>
        </p:nvSpPr>
        <p:spPr>
          <a:xfrm xmlns:a="http://schemas.openxmlformats.org/drawingml/2006/main">
            <a:off x="685800" y="857250"/>
            <a:ext cx="1076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11225"/>
                </a:solidFill>
                <a:latin typeface="Arial"/>
                <a:ea typeface="Arial"/>
                <a:cs typeface="Arial"/>
              </a:defRPr>
            </a:defPPr>
            <a:lvl1pPr algn="l">
              <a:defRPr sz="3300" b="1">
                <a:solidFill>
                  <a:srgbClr val="111225"/>
                </a:solidFill>
                <a:latin typeface="Arial"/>
                <a:ea typeface="Arial"/>
                <a:cs typeface="Arial"/>
              </a:defRPr>
            </a:lvl1pPr>
            <a:lvl2pPr algn="l">
              <a:defRPr sz="3300" b="1">
                <a:solidFill>
                  <a:srgbClr val="111225"/>
                </a:solidFill>
                <a:latin typeface="Arial"/>
                <a:ea typeface="Arial"/>
                <a:cs typeface="Arial"/>
              </a:defRPr>
            </a:lvl2pPr>
            <a:lvl3pPr algn="l">
              <a:defRPr sz="3300" b="1">
                <a:solidFill>
                  <a:srgbClr val="111225"/>
                </a:solidFill>
                <a:latin typeface="Arial"/>
                <a:ea typeface="Arial"/>
                <a:cs typeface="Arial"/>
              </a:defRPr>
            </a:lvl3pPr>
            <a:lvl4pPr algn="l">
              <a:defRPr sz="3300" b="1">
                <a:solidFill>
                  <a:srgbClr val="111225"/>
                </a:solidFill>
                <a:latin typeface="Arial"/>
                <a:ea typeface="Arial"/>
                <a:cs typeface="Arial"/>
              </a:defRPr>
            </a:lvl4pPr>
            <a:lvl5pPr algn="l">
              <a:defRPr sz="3300" b="1">
                <a:solidFill>
                  <a:srgbClr val="111225"/>
                </a:solidFill>
                <a:latin typeface="Arial"/>
                <a:ea typeface="Arial"/>
                <a:cs typeface="Arial"/>
              </a:defRPr>
            </a:lvl5pPr>
            <a:lvl6pPr algn="l">
              <a:defRPr sz="3300" b="1">
                <a:solidFill>
                  <a:srgbClr val="111225"/>
                </a:solidFill>
                <a:latin typeface="Arial"/>
                <a:ea typeface="Arial"/>
                <a:cs typeface="Arial"/>
              </a:defRPr>
            </a:lvl6pPr>
            <a:lvl7pPr algn="l">
              <a:defRPr sz="3300" b="1">
                <a:solidFill>
                  <a:srgbClr val="111225"/>
                </a:solidFill>
                <a:latin typeface="Arial"/>
                <a:ea typeface="Arial"/>
                <a:cs typeface="Arial"/>
              </a:defRPr>
            </a:lvl7pPr>
            <a:lvl8pPr algn="l">
              <a:defRPr sz="3300" b="1">
                <a:solidFill>
                  <a:srgbClr val="111225"/>
                </a:solidFill>
                <a:latin typeface="Arial"/>
                <a:ea typeface="Arial"/>
                <a:cs typeface="Arial"/>
              </a:defRPr>
            </a:lvl8pPr>
            <a:lvl9pPr algn="l">
              <a:defRPr sz="3300" b="1">
                <a:solidFill>
                  <a:srgbClr val="111225"/>
                </a:solidFill>
                <a:latin typeface="Arial"/>
                <a:ea typeface="Arial"/>
                <a:cs typeface="Arial"/>
              </a:defRPr>
            </a:lvl9pPr>
          </a:lstStyle>
          <a:p xmlns:a="http://schemas.openxmlformats.org/drawingml/2006/main">
            <a:pPr algn="l">
              <a:defRPr sz="3300" b="1">
                <a:solidFill>
                  <a:srgbClr val="111225"/>
                </a:solidFill>
                <a:latin typeface="Arial"/>
                <a:ea typeface="Arial"/>
                <a:cs typeface="Arial"/>
              </a:defRPr>
            </a:pPr>
            <a:r>
              <a:rPr sz="3300" b="1">
                <a:solidFill>
                  <a:srgbClr val="111225"/>
                </a:solidFill>
                <a:latin typeface="Arial"/>
                <a:ea typeface="Arial"/>
                <a:cs typeface="Arial"/>
              </a:rPr>
              <a:t>Built is not the same as validated.</a:t>
            </a:r>
          </a:p>
        </p:txBody>
      </p:sp>
      <p:sp>
        <p:nvSpPr>
          <p:cNvPr id="3" name="">
            <a:extLst xmlns:a="http://schemas.openxmlformats.org/drawingml/2006/main">
              <a:ext uri="{FF2B5EF4-FFF2-40B4-BE49-F238E27FC236}">
                <a16:creationId xmlns:a16="http://schemas.microsoft.com/office/drawing/2014/main" id="{C1303B57-0076-4879-9CB0-FEAA8D38E64B}"/>
              </a:ext>
            </a:extLst>
          </p:cNvPr>
          <p:cNvSpPr>
            <a:spLocks xmlns:a="http://schemas.openxmlformats.org/drawingml/2006/main" noGrp="1"/>
          </p:cNvSpPr>
          <p:nvPr/>
        </p:nvSpPr>
        <p:spPr>
          <a:xfrm xmlns:a="http://schemas.openxmlformats.org/drawingml/2006/main">
            <a:off x="723900" y="1524000"/>
            <a:ext cx="10287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8697C"/>
                </a:solidFill>
                <a:latin typeface="Arial"/>
                <a:ea typeface="Arial"/>
                <a:cs typeface="Arial"/>
              </a:defRPr>
            </a:defPPr>
            <a:lvl1pPr algn="l">
              <a:defRPr sz="1500" b="0">
                <a:solidFill>
                  <a:srgbClr val="68697C"/>
                </a:solidFill>
                <a:latin typeface="Arial"/>
                <a:ea typeface="Arial"/>
                <a:cs typeface="Arial"/>
              </a:defRPr>
            </a:lvl1pPr>
            <a:lvl2pPr algn="l">
              <a:defRPr sz="1500" b="0">
                <a:solidFill>
                  <a:srgbClr val="68697C"/>
                </a:solidFill>
                <a:latin typeface="Arial"/>
                <a:ea typeface="Arial"/>
                <a:cs typeface="Arial"/>
              </a:defRPr>
            </a:lvl2pPr>
            <a:lvl3pPr algn="l">
              <a:defRPr sz="1500" b="0">
                <a:solidFill>
                  <a:srgbClr val="68697C"/>
                </a:solidFill>
                <a:latin typeface="Arial"/>
                <a:ea typeface="Arial"/>
                <a:cs typeface="Arial"/>
              </a:defRPr>
            </a:lvl3pPr>
            <a:lvl4pPr algn="l">
              <a:defRPr sz="1500" b="0">
                <a:solidFill>
                  <a:srgbClr val="68697C"/>
                </a:solidFill>
                <a:latin typeface="Arial"/>
                <a:ea typeface="Arial"/>
                <a:cs typeface="Arial"/>
              </a:defRPr>
            </a:lvl4pPr>
            <a:lvl5pPr algn="l">
              <a:defRPr sz="1500" b="0">
                <a:solidFill>
                  <a:srgbClr val="68697C"/>
                </a:solidFill>
                <a:latin typeface="Arial"/>
                <a:ea typeface="Arial"/>
                <a:cs typeface="Arial"/>
              </a:defRPr>
            </a:lvl5pPr>
            <a:lvl6pPr algn="l">
              <a:defRPr sz="1500" b="0">
                <a:solidFill>
                  <a:srgbClr val="68697C"/>
                </a:solidFill>
                <a:latin typeface="Arial"/>
                <a:ea typeface="Arial"/>
                <a:cs typeface="Arial"/>
              </a:defRPr>
            </a:lvl6pPr>
            <a:lvl7pPr algn="l">
              <a:defRPr sz="1500" b="0">
                <a:solidFill>
                  <a:srgbClr val="68697C"/>
                </a:solidFill>
                <a:latin typeface="Arial"/>
                <a:ea typeface="Arial"/>
                <a:cs typeface="Arial"/>
              </a:defRPr>
            </a:lvl7pPr>
            <a:lvl8pPr algn="l">
              <a:defRPr sz="1500" b="0">
                <a:solidFill>
                  <a:srgbClr val="68697C"/>
                </a:solidFill>
                <a:latin typeface="Arial"/>
                <a:ea typeface="Arial"/>
                <a:cs typeface="Arial"/>
              </a:defRPr>
            </a:lvl8pPr>
            <a:lvl9pPr algn="l">
              <a:defRPr sz="1500" b="0">
                <a:solidFill>
                  <a:srgbClr val="68697C"/>
                </a:solidFill>
                <a:latin typeface="Arial"/>
                <a:ea typeface="Arial"/>
                <a:cs typeface="Arial"/>
              </a:defRPr>
            </a:lvl9pPr>
          </a:lstStyle>
          <a:p xmlns:a="http://schemas.openxmlformats.org/drawingml/2006/main">
            <a:pPr algn="l">
              <a:defRPr sz="1500" b="0">
                <a:solidFill>
                  <a:srgbClr val="68697C"/>
                </a:solidFill>
                <a:latin typeface="Arial"/>
                <a:ea typeface="Arial"/>
                <a:cs typeface="Arial"/>
              </a:defRPr>
            </a:pPr>
            <a:r>
              <a:rPr sz="1500" b="0">
                <a:solidFill>
                  <a:srgbClr val="68697C"/>
                </a:solidFill>
                <a:latin typeface="Arial"/>
                <a:ea typeface="Arial"/>
                <a:cs typeface="Arial"/>
              </a:rPr>
              <a:t>A working prototype is in place. The next milestone is proof with real founders and real sources.</a:t>
            </a:r>
          </a:p>
        </p:txBody>
      </p:sp>
      <p:sp>
        <p:nvSpPr>
          <p:cNvPr id="4" name="">
            <a:extLst xmlns:a="http://schemas.openxmlformats.org/drawingml/2006/main">
              <a:ext uri="{FF2B5EF4-FFF2-40B4-BE49-F238E27FC236}">
                <a16:creationId xmlns:a16="http://schemas.microsoft.com/office/drawing/2014/main" id="{E66D0F66-64CD-471D-BCFA-22D68A2F27F6}"/>
              </a:ext>
            </a:extLst>
          </p:cNvPr>
          <p:cNvSpPr>
            <a:spLocks xmlns:a="http://schemas.openxmlformats.org/drawingml/2006/main" noGrp="1"/>
          </p:cNvSpPr>
          <p:nvPr/>
        </p:nvSpPr>
        <p:spPr>
          <a:xfrm xmlns:a="http://schemas.openxmlformats.org/drawingml/2006/main">
            <a:off x="685800" y="2400300"/>
            <a:ext cx="4933950" cy="3219450"/>
          </a:xfrm>
          <a:prstGeom xmlns:a="http://schemas.openxmlformats.org/drawingml/2006/main" prst="roundRect">
            <a:avLst>
              <a:gd name="adj" fmla="val 5325"/>
            </a:avLst>
          </a:prstGeom>
          <a:solidFill xmlns:a="http://schemas.openxmlformats.org/drawingml/2006/main">
            <a:srgbClr val="11122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5CC6223-1926-4EBC-B199-34546C9FC1AC}"/>
              </a:ext>
            </a:extLst>
          </p:cNvPr>
          <p:cNvSpPr>
            <a:spLocks xmlns:a="http://schemas.openxmlformats.org/drawingml/2006/main" noGrp="1"/>
          </p:cNvSpPr>
          <p:nvPr/>
        </p:nvSpPr>
        <p:spPr>
          <a:xfrm xmlns:a="http://schemas.openxmlformats.org/drawingml/2006/main">
            <a:off x="952500" y="26479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D6FF4F"/>
                </a:solidFill>
                <a:latin typeface="Arial"/>
                <a:ea typeface="Arial"/>
                <a:cs typeface="Arial"/>
              </a:defRPr>
            </a:defPPr>
            <a:lvl1pPr algn="l">
              <a:defRPr sz="975" b="1">
                <a:solidFill>
                  <a:srgbClr val="D6FF4F"/>
                </a:solidFill>
                <a:latin typeface="Arial"/>
                <a:ea typeface="Arial"/>
                <a:cs typeface="Arial"/>
              </a:defRPr>
            </a:lvl1pPr>
            <a:lvl2pPr algn="l">
              <a:defRPr sz="975" b="1">
                <a:solidFill>
                  <a:srgbClr val="D6FF4F"/>
                </a:solidFill>
                <a:latin typeface="Arial"/>
                <a:ea typeface="Arial"/>
                <a:cs typeface="Arial"/>
              </a:defRPr>
            </a:lvl2pPr>
            <a:lvl3pPr algn="l">
              <a:defRPr sz="975" b="1">
                <a:solidFill>
                  <a:srgbClr val="D6FF4F"/>
                </a:solidFill>
                <a:latin typeface="Arial"/>
                <a:ea typeface="Arial"/>
                <a:cs typeface="Arial"/>
              </a:defRPr>
            </a:lvl3pPr>
            <a:lvl4pPr algn="l">
              <a:defRPr sz="975" b="1">
                <a:solidFill>
                  <a:srgbClr val="D6FF4F"/>
                </a:solidFill>
                <a:latin typeface="Arial"/>
                <a:ea typeface="Arial"/>
                <a:cs typeface="Arial"/>
              </a:defRPr>
            </a:lvl4pPr>
            <a:lvl5pPr algn="l">
              <a:defRPr sz="975" b="1">
                <a:solidFill>
                  <a:srgbClr val="D6FF4F"/>
                </a:solidFill>
                <a:latin typeface="Arial"/>
                <a:ea typeface="Arial"/>
                <a:cs typeface="Arial"/>
              </a:defRPr>
            </a:lvl5pPr>
            <a:lvl6pPr algn="l">
              <a:defRPr sz="975" b="1">
                <a:solidFill>
                  <a:srgbClr val="D6FF4F"/>
                </a:solidFill>
                <a:latin typeface="Arial"/>
                <a:ea typeface="Arial"/>
                <a:cs typeface="Arial"/>
              </a:defRPr>
            </a:lvl6pPr>
            <a:lvl7pPr algn="l">
              <a:defRPr sz="975" b="1">
                <a:solidFill>
                  <a:srgbClr val="D6FF4F"/>
                </a:solidFill>
                <a:latin typeface="Arial"/>
                <a:ea typeface="Arial"/>
                <a:cs typeface="Arial"/>
              </a:defRPr>
            </a:lvl7pPr>
            <a:lvl8pPr algn="l">
              <a:defRPr sz="975" b="1">
                <a:solidFill>
                  <a:srgbClr val="D6FF4F"/>
                </a:solidFill>
                <a:latin typeface="Arial"/>
                <a:ea typeface="Arial"/>
                <a:cs typeface="Arial"/>
              </a:defRPr>
            </a:lvl8pPr>
            <a:lvl9pPr algn="l">
              <a:defRPr sz="975" b="1">
                <a:solidFill>
                  <a:srgbClr val="D6FF4F"/>
                </a:solidFill>
                <a:latin typeface="Arial"/>
                <a:ea typeface="Arial"/>
                <a:cs typeface="Arial"/>
              </a:defRPr>
            </a:lvl9pPr>
          </a:lstStyle>
          <a:p xmlns:a="http://schemas.openxmlformats.org/drawingml/2006/main">
            <a:pPr algn="l">
              <a:defRPr sz="975" b="1">
                <a:solidFill>
                  <a:srgbClr val="D6FF4F"/>
                </a:solidFill>
                <a:latin typeface="Arial"/>
                <a:ea typeface="Arial"/>
                <a:cs typeface="Arial"/>
              </a:defRPr>
            </a:pPr>
            <a:r>
              <a:rPr sz="975" b="1">
                <a:solidFill>
                  <a:srgbClr val="D6FF4F"/>
                </a:solidFill>
                <a:latin typeface="Arial"/>
                <a:ea typeface="Arial"/>
                <a:cs typeface="Arial"/>
              </a:rPr>
              <a:t>BUILT</a:t>
            </a:r>
          </a:p>
        </p:txBody>
      </p:sp>
      <p:sp>
        <p:nvSpPr>
          <p:cNvPr id="6" name="">
            <a:extLst xmlns:a="http://schemas.openxmlformats.org/drawingml/2006/main">
              <a:ext uri="{FF2B5EF4-FFF2-40B4-BE49-F238E27FC236}">
                <a16:creationId xmlns:a16="http://schemas.microsoft.com/office/drawing/2014/main" id="{4A54FF52-195E-40E9-8C84-99D23E44A4C3}"/>
              </a:ext>
            </a:extLst>
          </p:cNvPr>
          <p:cNvSpPr>
            <a:spLocks xmlns:a="http://schemas.openxmlformats.org/drawingml/2006/main" noGrp="1"/>
          </p:cNvSpPr>
          <p:nvPr/>
        </p:nvSpPr>
        <p:spPr>
          <a:xfrm xmlns:a="http://schemas.openxmlformats.org/drawingml/2006/main">
            <a:off x="952500" y="3019425"/>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FFFFFF"/>
                </a:solidFill>
                <a:latin typeface="Arial"/>
                <a:ea typeface="Arial"/>
                <a:cs typeface="Arial"/>
              </a:defRPr>
            </a:defPPr>
            <a:lvl1pPr algn="l">
              <a:defRPr sz="1875" b="1">
                <a:solidFill>
                  <a:srgbClr val="FFFFFF"/>
                </a:solidFill>
                <a:latin typeface="Arial"/>
                <a:ea typeface="Arial"/>
                <a:cs typeface="Arial"/>
              </a:defRPr>
            </a:lvl1pPr>
            <a:lvl2pPr algn="l">
              <a:defRPr sz="1875" b="1">
                <a:solidFill>
                  <a:srgbClr val="FFFFFF"/>
                </a:solidFill>
                <a:latin typeface="Arial"/>
                <a:ea typeface="Arial"/>
                <a:cs typeface="Arial"/>
              </a:defRPr>
            </a:lvl2pPr>
            <a:lvl3pPr algn="l">
              <a:defRPr sz="1875" b="1">
                <a:solidFill>
                  <a:srgbClr val="FFFFFF"/>
                </a:solidFill>
                <a:latin typeface="Arial"/>
                <a:ea typeface="Arial"/>
                <a:cs typeface="Arial"/>
              </a:defRPr>
            </a:lvl3pPr>
            <a:lvl4pPr algn="l">
              <a:defRPr sz="1875" b="1">
                <a:solidFill>
                  <a:srgbClr val="FFFFFF"/>
                </a:solidFill>
                <a:latin typeface="Arial"/>
                <a:ea typeface="Arial"/>
                <a:cs typeface="Arial"/>
              </a:defRPr>
            </a:lvl4pPr>
            <a:lvl5pPr algn="l">
              <a:defRPr sz="1875" b="1">
                <a:solidFill>
                  <a:srgbClr val="FFFFFF"/>
                </a:solidFill>
                <a:latin typeface="Arial"/>
                <a:ea typeface="Arial"/>
                <a:cs typeface="Arial"/>
              </a:defRPr>
            </a:lvl5pPr>
            <a:lvl6pPr algn="l">
              <a:defRPr sz="1875" b="1">
                <a:solidFill>
                  <a:srgbClr val="FFFFFF"/>
                </a:solidFill>
                <a:latin typeface="Arial"/>
                <a:ea typeface="Arial"/>
                <a:cs typeface="Arial"/>
              </a:defRPr>
            </a:lvl6pPr>
            <a:lvl7pPr algn="l">
              <a:defRPr sz="1875" b="1">
                <a:solidFill>
                  <a:srgbClr val="FFFFFF"/>
                </a:solidFill>
                <a:latin typeface="Arial"/>
                <a:ea typeface="Arial"/>
                <a:cs typeface="Arial"/>
              </a:defRPr>
            </a:lvl7pPr>
            <a:lvl8pPr algn="l">
              <a:defRPr sz="1875" b="1">
                <a:solidFill>
                  <a:srgbClr val="FFFFFF"/>
                </a:solidFill>
                <a:latin typeface="Arial"/>
                <a:ea typeface="Arial"/>
                <a:cs typeface="Arial"/>
              </a:defRPr>
            </a:lvl8pPr>
            <a:lvl9pPr algn="l">
              <a:defRPr sz="1875" b="1">
                <a:solidFill>
                  <a:srgbClr val="FFFFFF"/>
                </a:solidFill>
                <a:latin typeface="Arial"/>
                <a:ea typeface="Arial"/>
                <a:cs typeface="Arial"/>
              </a:defRPr>
            </a:lvl9pPr>
          </a:lstStyle>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Product flow</a:t>
            </a:r>
          </a:p>
        </p:txBody>
      </p:sp>
      <p:sp>
        <p:nvSpPr>
          <p:cNvPr id="7" name="">
            <a:extLst xmlns:a="http://schemas.openxmlformats.org/drawingml/2006/main">
              <a:ext uri="{FF2B5EF4-FFF2-40B4-BE49-F238E27FC236}">
                <a16:creationId xmlns:a16="http://schemas.microsoft.com/office/drawing/2014/main" id="{64EFDA01-EA27-442D-B885-BF083721030D}"/>
              </a:ext>
            </a:extLst>
          </p:cNvPr>
          <p:cNvSpPr>
            <a:spLocks xmlns:a="http://schemas.openxmlformats.org/drawingml/2006/main" noGrp="1"/>
          </p:cNvSpPr>
          <p:nvPr/>
        </p:nvSpPr>
        <p:spPr>
          <a:xfrm xmlns:a="http://schemas.openxmlformats.org/drawingml/2006/main">
            <a:off x="952500" y="3419475"/>
            <a:ext cx="4238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D7D6E0"/>
                </a:solidFill>
                <a:latin typeface="Arial"/>
                <a:ea typeface="Arial"/>
                <a:cs typeface="Arial"/>
              </a:defRPr>
            </a:defPPr>
            <a:lvl1pPr algn="l">
              <a:defRPr sz="1275" b="0">
                <a:solidFill>
                  <a:srgbClr val="D7D6E0"/>
                </a:solidFill>
                <a:latin typeface="Arial"/>
                <a:ea typeface="Arial"/>
                <a:cs typeface="Arial"/>
              </a:defRPr>
            </a:lvl1pPr>
            <a:lvl2pPr algn="l">
              <a:defRPr sz="1275" b="0">
                <a:solidFill>
                  <a:srgbClr val="D7D6E0"/>
                </a:solidFill>
                <a:latin typeface="Arial"/>
                <a:ea typeface="Arial"/>
                <a:cs typeface="Arial"/>
              </a:defRPr>
            </a:lvl2pPr>
            <a:lvl3pPr algn="l">
              <a:defRPr sz="1275" b="0">
                <a:solidFill>
                  <a:srgbClr val="D7D6E0"/>
                </a:solidFill>
                <a:latin typeface="Arial"/>
                <a:ea typeface="Arial"/>
                <a:cs typeface="Arial"/>
              </a:defRPr>
            </a:lvl3pPr>
            <a:lvl4pPr algn="l">
              <a:defRPr sz="1275" b="0">
                <a:solidFill>
                  <a:srgbClr val="D7D6E0"/>
                </a:solidFill>
                <a:latin typeface="Arial"/>
                <a:ea typeface="Arial"/>
                <a:cs typeface="Arial"/>
              </a:defRPr>
            </a:lvl4pPr>
            <a:lvl5pPr algn="l">
              <a:defRPr sz="1275" b="0">
                <a:solidFill>
                  <a:srgbClr val="D7D6E0"/>
                </a:solidFill>
                <a:latin typeface="Arial"/>
                <a:ea typeface="Arial"/>
                <a:cs typeface="Arial"/>
              </a:defRPr>
            </a:lvl5pPr>
            <a:lvl6pPr algn="l">
              <a:defRPr sz="1275" b="0">
                <a:solidFill>
                  <a:srgbClr val="D7D6E0"/>
                </a:solidFill>
                <a:latin typeface="Arial"/>
                <a:ea typeface="Arial"/>
                <a:cs typeface="Arial"/>
              </a:defRPr>
            </a:lvl6pPr>
            <a:lvl7pPr algn="l">
              <a:defRPr sz="1275" b="0">
                <a:solidFill>
                  <a:srgbClr val="D7D6E0"/>
                </a:solidFill>
                <a:latin typeface="Arial"/>
                <a:ea typeface="Arial"/>
                <a:cs typeface="Arial"/>
              </a:defRPr>
            </a:lvl7pPr>
            <a:lvl8pPr algn="l">
              <a:defRPr sz="1275" b="0">
                <a:solidFill>
                  <a:srgbClr val="D7D6E0"/>
                </a:solidFill>
                <a:latin typeface="Arial"/>
                <a:ea typeface="Arial"/>
                <a:cs typeface="Arial"/>
              </a:defRPr>
            </a:lvl8pPr>
            <a:lvl9pPr algn="l">
              <a:defRPr sz="1275" b="0">
                <a:solidFill>
                  <a:srgbClr val="D7D6E0"/>
                </a:solidFill>
                <a:latin typeface="Arial"/>
                <a:ea typeface="Arial"/>
                <a:cs typeface="Arial"/>
              </a:defRPr>
            </a:lvl9pPr>
          </a:lstStyle>
          <a:p xmlns:a="http://schemas.openxmlformats.org/drawingml/2006/main">
            <a:pPr algn="l">
              <a:defRPr sz="1275" b="0">
                <a:solidFill>
                  <a:srgbClr val="D7D6E0"/>
                </a:solidFill>
                <a:latin typeface="Arial"/>
                <a:ea typeface="Arial"/>
                <a:cs typeface="Arial"/>
              </a:defRPr>
            </a:pPr>
            <a:r>
              <a:rPr sz="1275" b="0">
                <a:solidFill>
                  <a:srgbClr val="D7D6E0"/>
                </a:solidFill>
                <a:latin typeface="Arial"/>
                <a:ea typeface="Arial"/>
                <a:cs typeface="Arial"/>
              </a:rPr>
              <a:t>Discovery · scoring · drafting · run tracking</a:t>
            </a:r>
          </a:p>
        </p:txBody>
      </p:sp>
      <p:sp>
        <p:nvSpPr>
          <p:cNvPr id="8" name="">
            <a:extLst xmlns:a="http://schemas.openxmlformats.org/drawingml/2006/main">
              <a:ext uri="{FF2B5EF4-FFF2-40B4-BE49-F238E27FC236}">
                <a16:creationId xmlns:a16="http://schemas.microsoft.com/office/drawing/2014/main" id="{A7C1A5B3-80E0-4D00-BF99-FC5766643A5B}"/>
              </a:ext>
            </a:extLst>
          </p:cNvPr>
          <p:cNvSpPr>
            <a:spLocks xmlns:a="http://schemas.openxmlformats.org/drawingml/2006/main" noGrp="1"/>
          </p:cNvSpPr>
          <p:nvPr/>
        </p:nvSpPr>
        <p:spPr>
          <a:xfrm xmlns:a="http://schemas.openxmlformats.org/drawingml/2006/main">
            <a:off x="952500" y="3990975"/>
            <a:ext cx="4267200" cy="9525"/>
          </a:xfrm>
          <a:prstGeom xmlns:a="http://schemas.openxmlformats.org/drawingml/2006/main" prst="rect">
            <a:avLst/>
          </a:prstGeom>
          <a:solidFill xmlns:a="http://schemas.openxmlformats.org/drawingml/2006/main">
            <a:srgbClr val="42425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BB5C75E-3177-44C6-A299-5B6F0F026D5D}"/>
              </a:ext>
            </a:extLst>
          </p:cNvPr>
          <p:cNvSpPr>
            <a:spLocks xmlns:a="http://schemas.openxmlformats.org/drawingml/2006/main" noGrp="1"/>
          </p:cNvSpPr>
          <p:nvPr/>
        </p:nvSpPr>
        <p:spPr>
          <a:xfrm xmlns:a="http://schemas.openxmlformats.org/drawingml/2006/main">
            <a:off x="952500" y="422910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FFFFFF"/>
                </a:solidFill>
                <a:latin typeface="Arial"/>
                <a:ea typeface="Arial"/>
                <a:cs typeface="Arial"/>
              </a:defRPr>
            </a:defPPr>
            <a:lvl1pPr algn="l">
              <a:defRPr sz="1875" b="1">
                <a:solidFill>
                  <a:srgbClr val="FFFFFF"/>
                </a:solidFill>
                <a:latin typeface="Arial"/>
                <a:ea typeface="Arial"/>
                <a:cs typeface="Arial"/>
              </a:defRPr>
            </a:lvl1pPr>
            <a:lvl2pPr algn="l">
              <a:defRPr sz="1875" b="1">
                <a:solidFill>
                  <a:srgbClr val="FFFFFF"/>
                </a:solidFill>
                <a:latin typeface="Arial"/>
                <a:ea typeface="Arial"/>
                <a:cs typeface="Arial"/>
              </a:defRPr>
            </a:lvl2pPr>
            <a:lvl3pPr algn="l">
              <a:defRPr sz="1875" b="1">
                <a:solidFill>
                  <a:srgbClr val="FFFFFF"/>
                </a:solidFill>
                <a:latin typeface="Arial"/>
                <a:ea typeface="Arial"/>
                <a:cs typeface="Arial"/>
              </a:defRPr>
            </a:lvl3pPr>
            <a:lvl4pPr algn="l">
              <a:defRPr sz="1875" b="1">
                <a:solidFill>
                  <a:srgbClr val="FFFFFF"/>
                </a:solidFill>
                <a:latin typeface="Arial"/>
                <a:ea typeface="Arial"/>
                <a:cs typeface="Arial"/>
              </a:defRPr>
            </a:lvl4pPr>
            <a:lvl5pPr algn="l">
              <a:defRPr sz="1875" b="1">
                <a:solidFill>
                  <a:srgbClr val="FFFFFF"/>
                </a:solidFill>
                <a:latin typeface="Arial"/>
                <a:ea typeface="Arial"/>
                <a:cs typeface="Arial"/>
              </a:defRPr>
            </a:lvl5pPr>
            <a:lvl6pPr algn="l">
              <a:defRPr sz="1875" b="1">
                <a:solidFill>
                  <a:srgbClr val="FFFFFF"/>
                </a:solidFill>
                <a:latin typeface="Arial"/>
                <a:ea typeface="Arial"/>
                <a:cs typeface="Arial"/>
              </a:defRPr>
            </a:lvl6pPr>
            <a:lvl7pPr algn="l">
              <a:defRPr sz="1875" b="1">
                <a:solidFill>
                  <a:srgbClr val="FFFFFF"/>
                </a:solidFill>
                <a:latin typeface="Arial"/>
                <a:ea typeface="Arial"/>
                <a:cs typeface="Arial"/>
              </a:defRPr>
            </a:lvl7pPr>
            <a:lvl8pPr algn="l">
              <a:defRPr sz="1875" b="1">
                <a:solidFill>
                  <a:srgbClr val="FFFFFF"/>
                </a:solidFill>
                <a:latin typeface="Arial"/>
                <a:ea typeface="Arial"/>
                <a:cs typeface="Arial"/>
              </a:defRPr>
            </a:lvl8pPr>
            <a:lvl9pPr algn="l">
              <a:defRPr sz="1875" b="1">
                <a:solidFill>
                  <a:srgbClr val="FFFFFF"/>
                </a:solidFill>
                <a:latin typeface="Arial"/>
                <a:ea typeface="Arial"/>
                <a:cs typeface="Arial"/>
              </a:defRPr>
            </a:lvl9pPr>
          </a:lstStyle>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Deployment pipeline</a:t>
            </a:r>
          </a:p>
        </p:txBody>
      </p:sp>
      <p:sp>
        <p:nvSpPr>
          <p:cNvPr id="10" name="">
            <a:extLst xmlns:a="http://schemas.openxmlformats.org/drawingml/2006/main">
              <a:ext uri="{FF2B5EF4-FFF2-40B4-BE49-F238E27FC236}">
                <a16:creationId xmlns:a16="http://schemas.microsoft.com/office/drawing/2014/main" id="{C5360BBF-1439-4468-A9C4-1A666FBA5B41}"/>
              </a:ext>
            </a:extLst>
          </p:cNvPr>
          <p:cNvSpPr>
            <a:spLocks xmlns:a="http://schemas.openxmlformats.org/drawingml/2006/main" noGrp="1"/>
          </p:cNvSpPr>
          <p:nvPr/>
        </p:nvSpPr>
        <p:spPr>
          <a:xfrm xmlns:a="http://schemas.openxmlformats.org/drawingml/2006/main">
            <a:off x="952500" y="4629150"/>
            <a:ext cx="421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D7D6E0"/>
                </a:solidFill>
                <a:latin typeface="Arial"/>
                <a:ea typeface="Arial"/>
                <a:cs typeface="Arial"/>
              </a:defRPr>
            </a:defPPr>
            <a:lvl1pPr algn="l">
              <a:defRPr sz="1275" b="0">
                <a:solidFill>
                  <a:srgbClr val="D7D6E0"/>
                </a:solidFill>
                <a:latin typeface="Arial"/>
                <a:ea typeface="Arial"/>
                <a:cs typeface="Arial"/>
              </a:defRPr>
            </a:lvl1pPr>
            <a:lvl2pPr algn="l">
              <a:defRPr sz="1275" b="0">
                <a:solidFill>
                  <a:srgbClr val="D7D6E0"/>
                </a:solidFill>
                <a:latin typeface="Arial"/>
                <a:ea typeface="Arial"/>
                <a:cs typeface="Arial"/>
              </a:defRPr>
            </a:lvl2pPr>
            <a:lvl3pPr algn="l">
              <a:defRPr sz="1275" b="0">
                <a:solidFill>
                  <a:srgbClr val="D7D6E0"/>
                </a:solidFill>
                <a:latin typeface="Arial"/>
                <a:ea typeface="Arial"/>
                <a:cs typeface="Arial"/>
              </a:defRPr>
            </a:lvl3pPr>
            <a:lvl4pPr algn="l">
              <a:defRPr sz="1275" b="0">
                <a:solidFill>
                  <a:srgbClr val="D7D6E0"/>
                </a:solidFill>
                <a:latin typeface="Arial"/>
                <a:ea typeface="Arial"/>
                <a:cs typeface="Arial"/>
              </a:defRPr>
            </a:lvl4pPr>
            <a:lvl5pPr algn="l">
              <a:defRPr sz="1275" b="0">
                <a:solidFill>
                  <a:srgbClr val="D7D6E0"/>
                </a:solidFill>
                <a:latin typeface="Arial"/>
                <a:ea typeface="Arial"/>
                <a:cs typeface="Arial"/>
              </a:defRPr>
            </a:lvl5pPr>
            <a:lvl6pPr algn="l">
              <a:defRPr sz="1275" b="0">
                <a:solidFill>
                  <a:srgbClr val="D7D6E0"/>
                </a:solidFill>
                <a:latin typeface="Arial"/>
                <a:ea typeface="Arial"/>
                <a:cs typeface="Arial"/>
              </a:defRPr>
            </a:lvl6pPr>
            <a:lvl7pPr algn="l">
              <a:defRPr sz="1275" b="0">
                <a:solidFill>
                  <a:srgbClr val="D7D6E0"/>
                </a:solidFill>
                <a:latin typeface="Arial"/>
                <a:ea typeface="Arial"/>
                <a:cs typeface="Arial"/>
              </a:defRPr>
            </a:lvl7pPr>
            <a:lvl8pPr algn="l">
              <a:defRPr sz="1275" b="0">
                <a:solidFill>
                  <a:srgbClr val="D7D6E0"/>
                </a:solidFill>
                <a:latin typeface="Arial"/>
                <a:ea typeface="Arial"/>
                <a:cs typeface="Arial"/>
              </a:defRPr>
            </a:lvl8pPr>
            <a:lvl9pPr algn="l">
              <a:defRPr sz="1275" b="0">
                <a:solidFill>
                  <a:srgbClr val="D7D6E0"/>
                </a:solidFill>
                <a:latin typeface="Arial"/>
                <a:ea typeface="Arial"/>
                <a:cs typeface="Arial"/>
              </a:defRPr>
            </a:lvl9pPr>
          </a:lstStyle>
          <a:p xmlns:a="http://schemas.openxmlformats.org/drawingml/2006/main">
            <a:pPr algn="l">
              <a:defRPr sz="1275" b="0">
                <a:solidFill>
                  <a:srgbClr val="D7D6E0"/>
                </a:solidFill>
                <a:latin typeface="Arial"/>
                <a:ea typeface="Arial"/>
                <a:cs typeface="Arial"/>
              </a:defRPr>
            </a:pPr>
            <a:r>
              <a:rPr sz="1275" b="0">
                <a:solidFill>
                  <a:srgbClr val="D7D6E0"/>
                </a:solidFill>
                <a:latin typeface="Arial"/>
                <a:ea typeface="Arial"/>
                <a:cs typeface="Arial"/>
              </a:rPr>
              <a:t>Vercel prototype + successful GHCR image publishing</a:t>
            </a:r>
          </a:p>
        </p:txBody>
      </p:sp>
      <p:sp>
        <p:nvSpPr>
          <p:cNvPr id="11" name="">
            <a:extLst xmlns:a="http://schemas.openxmlformats.org/drawingml/2006/main">
              <a:ext uri="{FF2B5EF4-FFF2-40B4-BE49-F238E27FC236}">
                <a16:creationId xmlns:a16="http://schemas.microsoft.com/office/drawing/2014/main" id="{74EE2635-C25D-4B02-9683-84E70D744E45}"/>
              </a:ext>
            </a:extLst>
          </p:cNvPr>
          <p:cNvSpPr>
            <a:spLocks xmlns:a="http://schemas.openxmlformats.org/drawingml/2006/main" noGrp="1"/>
          </p:cNvSpPr>
          <p:nvPr/>
        </p:nvSpPr>
        <p:spPr>
          <a:xfrm xmlns:a="http://schemas.openxmlformats.org/drawingml/2006/main">
            <a:off x="5962650" y="2400300"/>
            <a:ext cx="5543550" cy="3219450"/>
          </a:xfrm>
          <a:prstGeom xmlns:a="http://schemas.openxmlformats.org/drawingml/2006/main" prst="roundRect">
            <a:avLst>
              <a:gd name="adj" fmla="val 5325"/>
            </a:avLst>
          </a:prstGeom>
          <a:solidFill xmlns:a="http://schemas.openxmlformats.org/drawingml/2006/main">
            <a:srgbClr val="FFFF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7F21B6D-019D-4120-956C-B2F15C0130F9}"/>
              </a:ext>
            </a:extLst>
          </p:cNvPr>
          <p:cNvSpPr>
            <a:spLocks xmlns:a="http://schemas.openxmlformats.org/drawingml/2006/main" noGrp="1"/>
          </p:cNvSpPr>
          <p:nvPr/>
        </p:nvSpPr>
        <p:spPr>
          <a:xfrm xmlns:a="http://schemas.openxmlformats.org/drawingml/2006/main">
            <a:off x="6248400" y="264795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7657FF"/>
                </a:solidFill>
                <a:latin typeface="Arial"/>
                <a:ea typeface="Arial"/>
                <a:cs typeface="Arial"/>
              </a:defRPr>
            </a:defPPr>
            <a:lvl1pPr algn="l">
              <a:defRPr sz="975" b="1">
                <a:solidFill>
                  <a:srgbClr val="7657FF"/>
                </a:solidFill>
                <a:latin typeface="Arial"/>
                <a:ea typeface="Arial"/>
                <a:cs typeface="Arial"/>
              </a:defRPr>
            </a:lvl1pPr>
            <a:lvl2pPr algn="l">
              <a:defRPr sz="975" b="1">
                <a:solidFill>
                  <a:srgbClr val="7657FF"/>
                </a:solidFill>
                <a:latin typeface="Arial"/>
                <a:ea typeface="Arial"/>
                <a:cs typeface="Arial"/>
              </a:defRPr>
            </a:lvl2pPr>
            <a:lvl3pPr algn="l">
              <a:defRPr sz="975" b="1">
                <a:solidFill>
                  <a:srgbClr val="7657FF"/>
                </a:solidFill>
                <a:latin typeface="Arial"/>
                <a:ea typeface="Arial"/>
                <a:cs typeface="Arial"/>
              </a:defRPr>
            </a:lvl3pPr>
            <a:lvl4pPr algn="l">
              <a:defRPr sz="975" b="1">
                <a:solidFill>
                  <a:srgbClr val="7657FF"/>
                </a:solidFill>
                <a:latin typeface="Arial"/>
                <a:ea typeface="Arial"/>
                <a:cs typeface="Arial"/>
              </a:defRPr>
            </a:lvl4pPr>
            <a:lvl5pPr algn="l">
              <a:defRPr sz="975" b="1">
                <a:solidFill>
                  <a:srgbClr val="7657FF"/>
                </a:solidFill>
                <a:latin typeface="Arial"/>
                <a:ea typeface="Arial"/>
                <a:cs typeface="Arial"/>
              </a:defRPr>
            </a:lvl5pPr>
            <a:lvl6pPr algn="l">
              <a:defRPr sz="975" b="1">
                <a:solidFill>
                  <a:srgbClr val="7657FF"/>
                </a:solidFill>
                <a:latin typeface="Arial"/>
                <a:ea typeface="Arial"/>
                <a:cs typeface="Arial"/>
              </a:defRPr>
            </a:lvl6pPr>
            <a:lvl7pPr algn="l">
              <a:defRPr sz="975" b="1">
                <a:solidFill>
                  <a:srgbClr val="7657FF"/>
                </a:solidFill>
                <a:latin typeface="Arial"/>
                <a:ea typeface="Arial"/>
                <a:cs typeface="Arial"/>
              </a:defRPr>
            </a:lvl7pPr>
            <a:lvl8pPr algn="l">
              <a:defRPr sz="975" b="1">
                <a:solidFill>
                  <a:srgbClr val="7657FF"/>
                </a:solidFill>
                <a:latin typeface="Arial"/>
                <a:ea typeface="Arial"/>
                <a:cs typeface="Arial"/>
              </a:defRPr>
            </a:lvl8pPr>
            <a:lvl9pPr algn="l">
              <a:defRPr sz="975" b="1">
                <a:solidFill>
                  <a:srgbClr val="7657FF"/>
                </a:solidFill>
                <a:latin typeface="Arial"/>
                <a:ea typeface="Arial"/>
                <a:cs typeface="Arial"/>
              </a:defRPr>
            </a:lvl9pPr>
          </a:lstStyle>
          <a:p xmlns:a="http://schemas.openxmlformats.org/drawingml/2006/main">
            <a:pPr algn="l">
              <a:defRPr sz="975" b="1">
                <a:solidFill>
                  <a:srgbClr val="7657FF"/>
                </a:solidFill>
                <a:latin typeface="Arial"/>
                <a:ea typeface="Arial"/>
                <a:cs typeface="Arial"/>
              </a:defRPr>
            </a:pPr>
            <a:r>
              <a:rPr sz="975" b="1">
                <a:solidFill>
                  <a:srgbClr val="7657FF"/>
                </a:solidFill>
                <a:latin typeface="Arial"/>
                <a:ea typeface="Arial"/>
                <a:cs typeface="Arial"/>
              </a:rPr>
              <a:t>OPEN QUESTIONS</a:t>
            </a:r>
          </a:p>
        </p:txBody>
      </p:sp>
      <p:sp>
        <p:nvSpPr>
          <p:cNvPr id="13" name="">
            <a:extLst xmlns:a="http://schemas.openxmlformats.org/drawingml/2006/main">
              <a:ext uri="{FF2B5EF4-FFF2-40B4-BE49-F238E27FC236}">
                <a16:creationId xmlns:a16="http://schemas.microsoft.com/office/drawing/2014/main" id="{3EEE6342-7610-4EDD-BD63-D35F6A36344B}"/>
              </a:ext>
            </a:extLst>
          </p:cNvPr>
          <p:cNvSpPr>
            <a:spLocks xmlns:a="http://schemas.openxmlformats.org/drawingml/2006/main" noGrp="1"/>
          </p:cNvSpPr>
          <p:nvPr/>
        </p:nvSpPr>
        <p:spPr>
          <a:xfrm xmlns:a="http://schemas.openxmlformats.org/drawingml/2006/main">
            <a:off x="6248400" y="301942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11225"/>
                </a:solidFill>
                <a:latin typeface="Arial"/>
                <a:ea typeface="Arial"/>
                <a:cs typeface="Arial"/>
              </a:defRPr>
            </a:defPPr>
            <a:lvl1pPr algn="l">
              <a:defRPr sz="1875" b="1">
                <a:solidFill>
                  <a:srgbClr val="111225"/>
                </a:solidFill>
                <a:latin typeface="Arial"/>
                <a:ea typeface="Arial"/>
                <a:cs typeface="Arial"/>
              </a:defRPr>
            </a:lvl1pPr>
            <a:lvl2pPr algn="l">
              <a:defRPr sz="1875" b="1">
                <a:solidFill>
                  <a:srgbClr val="111225"/>
                </a:solidFill>
                <a:latin typeface="Arial"/>
                <a:ea typeface="Arial"/>
                <a:cs typeface="Arial"/>
              </a:defRPr>
            </a:lvl2pPr>
            <a:lvl3pPr algn="l">
              <a:defRPr sz="1875" b="1">
                <a:solidFill>
                  <a:srgbClr val="111225"/>
                </a:solidFill>
                <a:latin typeface="Arial"/>
                <a:ea typeface="Arial"/>
                <a:cs typeface="Arial"/>
              </a:defRPr>
            </a:lvl3pPr>
            <a:lvl4pPr algn="l">
              <a:defRPr sz="1875" b="1">
                <a:solidFill>
                  <a:srgbClr val="111225"/>
                </a:solidFill>
                <a:latin typeface="Arial"/>
                <a:ea typeface="Arial"/>
                <a:cs typeface="Arial"/>
              </a:defRPr>
            </a:lvl4pPr>
            <a:lvl5pPr algn="l">
              <a:defRPr sz="1875" b="1">
                <a:solidFill>
                  <a:srgbClr val="111225"/>
                </a:solidFill>
                <a:latin typeface="Arial"/>
                <a:ea typeface="Arial"/>
                <a:cs typeface="Arial"/>
              </a:defRPr>
            </a:lvl5pPr>
            <a:lvl6pPr algn="l">
              <a:defRPr sz="1875" b="1">
                <a:solidFill>
                  <a:srgbClr val="111225"/>
                </a:solidFill>
                <a:latin typeface="Arial"/>
                <a:ea typeface="Arial"/>
                <a:cs typeface="Arial"/>
              </a:defRPr>
            </a:lvl6pPr>
            <a:lvl7pPr algn="l">
              <a:defRPr sz="1875" b="1">
                <a:solidFill>
                  <a:srgbClr val="111225"/>
                </a:solidFill>
                <a:latin typeface="Arial"/>
                <a:ea typeface="Arial"/>
                <a:cs typeface="Arial"/>
              </a:defRPr>
            </a:lvl7pPr>
            <a:lvl8pPr algn="l">
              <a:defRPr sz="1875" b="1">
                <a:solidFill>
                  <a:srgbClr val="111225"/>
                </a:solidFill>
                <a:latin typeface="Arial"/>
                <a:ea typeface="Arial"/>
                <a:cs typeface="Arial"/>
              </a:defRPr>
            </a:lvl8pPr>
            <a:lvl9pPr algn="l">
              <a:defRPr sz="1875" b="1">
                <a:solidFill>
                  <a:srgbClr val="111225"/>
                </a:solidFill>
                <a:latin typeface="Arial"/>
                <a:ea typeface="Arial"/>
                <a:cs typeface="Arial"/>
              </a:defRPr>
            </a:lvl9pPr>
          </a:lstStyle>
          <a:p xmlns:a="http://schemas.openxmlformats.org/drawingml/2006/main">
            <a:pPr algn="l">
              <a:defRPr sz="1875" b="1">
                <a:solidFill>
                  <a:srgbClr val="111225"/>
                </a:solidFill>
                <a:latin typeface="Arial"/>
                <a:ea typeface="Arial"/>
                <a:cs typeface="Arial"/>
              </a:defRPr>
            </a:pPr>
            <a:r>
              <a:rPr sz="1875" b="1">
                <a:solidFill>
                  <a:srgbClr val="111225"/>
                </a:solidFill>
                <a:latin typeface="Arial"/>
                <a:ea typeface="Arial"/>
                <a:cs typeface="Arial"/>
              </a:rPr>
              <a:t>Are matches accurate?</a:t>
            </a:r>
          </a:p>
        </p:txBody>
      </p:sp>
      <p:sp>
        <p:nvSpPr>
          <p:cNvPr id="14" name="">
            <a:extLst xmlns:a="http://schemas.openxmlformats.org/drawingml/2006/main">
              <a:ext uri="{FF2B5EF4-FFF2-40B4-BE49-F238E27FC236}">
                <a16:creationId xmlns:a16="http://schemas.microsoft.com/office/drawing/2014/main" id="{F04C70B4-3C2B-40A9-A63A-EB5C1FADBF4F}"/>
              </a:ext>
            </a:extLst>
          </p:cNvPr>
          <p:cNvSpPr>
            <a:spLocks xmlns:a="http://schemas.openxmlformats.org/drawingml/2006/main" noGrp="1"/>
          </p:cNvSpPr>
          <p:nvPr/>
        </p:nvSpPr>
        <p:spPr>
          <a:xfrm xmlns:a="http://schemas.openxmlformats.org/drawingml/2006/main">
            <a:off x="6248400" y="3419475"/>
            <a:ext cx="4552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8697C"/>
                </a:solidFill>
                <a:latin typeface="Arial"/>
                <a:ea typeface="Arial"/>
                <a:cs typeface="Arial"/>
              </a:defRPr>
            </a:defPPr>
            <a:lvl1pPr algn="l">
              <a:defRPr sz="1275" b="0">
                <a:solidFill>
                  <a:srgbClr val="68697C"/>
                </a:solidFill>
                <a:latin typeface="Arial"/>
                <a:ea typeface="Arial"/>
                <a:cs typeface="Arial"/>
              </a:defRPr>
            </a:lvl1pPr>
            <a:lvl2pPr algn="l">
              <a:defRPr sz="1275" b="0">
                <a:solidFill>
                  <a:srgbClr val="68697C"/>
                </a:solidFill>
                <a:latin typeface="Arial"/>
                <a:ea typeface="Arial"/>
                <a:cs typeface="Arial"/>
              </a:defRPr>
            </a:lvl2pPr>
            <a:lvl3pPr algn="l">
              <a:defRPr sz="1275" b="0">
                <a:solidFill>
                  <a:srgbClr val="68697C"/>
                </a:solidFill>
                <a:latin typeface="Arial"/>
                <a:ea typeface="Arial"/>
                <a:cs typeface="Arial"/>
              </a:defRPr>
            </a:lvl3pPr>
            <a:lvl4pPr algn="l">
              <a:defRPr sz="1275" b="0">
                <a:solidFill>
                  <a:srgbClr val="68697C"/>
                </a:solidFill>
                <a:latin typeface="Arial"/>
                <a:ea typeface="Arial"/>
                <a:cs typeface="Arial"/>
              </a:defRPr>
            </a:lvl4pPr>
            <a:lvl5pPr algn="l">
              <a:defRPr sz="1275" b="0">
                <a:solidFill>
                  <a:srgbClr val="68697C"/>
                </a:solidFill>
                <a:latin typeface="Arial"/>
                <a:ea typeface="Arial"/>
                <a:cs typeface="Arial"/>
              </a:defRPr>
            </a:lvl5pPr>
            <a:lvl6pPr algn="l">
              <a:defRPr sz="1275" b="0">
                <a:solidFill>
                  <a:srgbClr val="68697C"/>
                </a:solidFill>
                <a:latin typeface="Arial"/>
                <a:ea typeface="Arial"/>
                <a:cs typeface="Arial"/>
              </a:defRPr>
            </a:lvl6pPr>
            <a:lvl7pPr algn="l">
              <a:defRPr sz="1275" b="0">
                <a:solidFill>
                  <a:srgbClr val="68697C"/>
                </a:solidFill>
                <a:latin typeface="Arial"/>
                <a:ea typeface="Arial"/>
                <a:cs typeface="Arial"/>
              </a:defRPr>
            </a:lvl7pPr>
            <a:lvl8pPr algn="l">
              <a:defRPr sz="1275" b="0">
                <a:solidFill>
                  <a:srgbClr val="68697C"/>
                </a:solidFill>
                <a:latin typeface="Arial"/>
                <a:ea typeface="Arial"/>
                <a:cs typeface="Arial"/>
              </a:defRPr>
            </a:lvl8pPr>
            <a:lvl9pPr algn="l">
              <a:defRPr sz="1275" b="0">
                <a:solidFill>
                  <a:srgbClr val="68697C"/>
                </a:solidFill>
                <a:latin typeface="Arial"/>
                <a:ea typeface="Arial"/>
                <a:cs typeface="Arial"/>
              </a:defRPr>
            </a:lvl9pPr>
          </a:lstStyle>
          <a:p xmlns:a="http://schemas.openxmlformats.org/drawingml/2006/main">
            <a:pPr algn="l">
              <a:defRPr sz="1275" b="0">
                <a:solidFill>
                  <a:srgbClr val="68697C"/>
                </a:solidFill>
                <a:latin typeface="Arial"/>
                <a:ea typeface="Arial"/>
                <a:cs typeface="Arial"/>
              </a:defRPr>
            </a:pPr>
            <a:r>
              <a:rPr sz="1275" b="0">
                <a:solidFill>
                  <a:srgbClr val="68697C"/>
                </a:solidFill>
                <a:latin typeface="Arial"/>
                <a:ea typeface="Arial"/>
                <a:cs typeface="Arial"/>
              </a:rPr>
              <a:t>Verify live sources, eligibility and deadlines.</a:t>
            </a:r>
          </a:p>
        </p:txBody>
      </p:sp>
      <p:sp>
        <p:nvSpPr>
          <p:cNvPr id="15" name="">
            <a:extLst xmlns:a="http://schemas.openxmlformats.org/drawingml/2006/main">
              <a:ext uri="{FF2B5EF4-FFF2-40B4-BE49-F238E27FC236}">
                <a16:creationId xmlns:a16="http://schemas.microsoft.com/office/drawing/2014/main" id="{32529D9A-10E0-44A1-A3EC-FD253C6732F2}"/>
              </a:ext>
            </a:extLst>
          </p:cNvPr>
          <p:cNvSpPr>
            <a:spLocks xmlns:a="http://schemas.openxmlformats.org/drawingml/2006/main" noGrp="1"/>
          </p:cNvSpPr>
          <p:nvPr/>
        </p:nvSpPr>
        <p:spPr>
          <a:xfrm xmlns:a="http://schemas.openxmlformats.org/drawingml/2006/main">
            <a:off x="6248400" y="3990975"/>
            <a:ext cx="4762500" cy="9525"/>
          </a:xfrm>
          <a:prstGeom xmlns:a="http://schemas.openxmlformats.org/drawingml/2006/main" prst="rect">
            <a:avLst/>
          </a:prstGeom>
          <a:solidFill xmlns:a="http://schemas.openxmlformats.org/drawingml/2006/main">
            <a:srgbClr val="D9D6C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86C42CB-F2A0-491E-9760-64ADD2D298A8}"/>
              </a:ext>
            </a:extLst>
          </p:cNvPr>
          <p:cNvSpPr>
            <a:spLocks xmlns:a="http://schemas.openxmlformats.org/drawingml/2006/main" noGrp="1"/>
          </p:cNvSpPr>
          <p:nvPr/>
        </p:nvSpPr>
        <p:spPr>
          <a:xfrm xmlns:a="http://schemas.openxmlformats.org/drawingml/2006/main">
            <a:off x="6248400" y="4229100"/>
            <a:ext cx="466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11225"/>
                </a:solidFill>
                <a:latin typeface="Arial"/>
                <a:ea typeface="Arial"/>
                <a:cs typeface="Arial"/>
              </a:defRPr>
            </a:defPPr>
            <a:lvl1pPr algn="l">
              <a:defRPr sz="1875" b="1">
                <a:solidFill>
                  <a:srgbClr val="111225"/>
                </a:solidFill>
                <a:latin typeface="Arial"/>
                <a:ea typeface="Arial"/>
                <a:cs typeface="Arial"/>
              </a:defRPr>
            </a:lvl1pPr>
            <a:lvl2pPr algn="l">
              <a:defRPr sz="1875" b="1">
                <a:solidFill>
                  <a:srgbClr val="111225"/>
                </a:solidFill>
                <a:latin typeface="Arial"/>
                <a:ea typeface="Arial"/>
                <a:cs typeface="Arial"/>
              </a:defRPr>
            </a:lvl2pPr>
            <a:lvl3pPr algn="l">
              <a:defRPr sz="1875" b="1">
                <a:solidFill>
                  <a:srgbClr val="111225"/>
                </a:solidFill>
                <a:latin typeface="Arial"/>
                <a:ea typeface="Arial"/>
                <a:cs typeface="Arial"/>
              </a:defRPr>
            </a:lvl3pPr>
            <a:lvl4pPr algn="l">
              <a:defRPr sz="1875" b="1">
                <a:solidFill>
                  <a:srgbClr val="111225"/>
                </a:solidFill>
                <a:latin typeface="Arial"/>
                <a:ea typeface="Arial"/>
                <a:cs typeface="Arial"/>
              </a:defRPr>
            </a:lvl4pPr>
            <a:lvl5pPr algn="l">
              <a:defRPr sz="1875" b="1">
                <a:solidFill>
                  <a:srgbClr val="111225"/>
                </a:solidFill>
                <a:latin typeface="Arial"/>
                <a:ea typeface="Arial"/>
                <a:cs typeface="Arial"/>
              </a:defRPr>
            </a:lvl5pPr>
            <a:lvl6pPr algn="l">
              <a:defRPr sz="1875" b="1">
                <a:solidFill>
                  <a:srgbClr val="111225"/>
                </a:solidFill>
                <a:latin typeface="Arial"/>
                <a:ea typeface="Arial"/>
                <a:cs typeface="Arial"/>
              </a:defRPr>
            </a:lvl6pPr>
            <a:lvl7pPr algn="l">
              <a:defRPr sz="1875" b="1">
                <a:solidFill>
                  <a:srgbClr val="111225"/>
                </a:solidFill>
                <a:latin typeface="Arial"/>
                <a:ea typeface="Arial"/>
                <a:cs typeface="Arial"/>
              </a:defRPr>
            </a:lvl7pPr>
            <a:lvl8pPr algn="l">
              <a:defRPr sz="1875" b="1">
                <a:solidFill>
                  <a:srgbClr val="111225"/>
                </a:solidFill>
                <a:latin typeface="Arial"/>
                <a:ea typeface="Arial"/>
                <a:cs typeface="Arial"/>
              </a:defRPr>
            </a:lvl8pPr>
            <a:lvl9pPr algn="l">
              <a:defRPr sz="1875" b="1">
                <a:solidFill>
                  <a:srgbClr val="111225"/>
                </a:solidFill>
                <a:latin typeface="Arial"/>
                <a:ea typeface="Arial"/>
                <a:cs typeface="Arial"/>
              </a:defRPr>
            </a:lvl9pPr>
          </a:lstStyle>
          <a:p xmlns:a="http://schemas.openxmlformats.org/drawingml/2006/main">
            <a:pPr algn="l">
              <a:defRPr sz="1875" b="1">
                <a:solidFill>
                  <a:srgbClr val="111225"/>
                </a:solidFill>
                <a:latin typeface="Arial"/>
                <a:ea typeface="Arial"/>
                <a:cs typeface="Arial"/>
              </a:defRPr>
            </a:pPr>
            <a:r>
              <a:rPr sz="1875" b="1">
                <a:solidFill>
                  <a:srgbClr val="111225"/>
                </a:solidFill>
                <a:latin typeface="Arial"/>
                <a:ea typeface="Arial"/>
                <a:cs typeface="Arial"/>
              </a:rPr>
              <a:t>Do founders trust the draft?</a:t>
            </a:r>
          </a:p>
        </p:txBody>
      </p:sp>
      <p:sp>
        <p:nvSpPr>
          <p:cNvPr id="17" name="">
            <a:extLst xmlns:a="http://schemas.openxmlformats.org/drawingml/2006/main">
              <a:ext uri="{FF2B5EF4-FFF2-40B4-BE49-F238E27FC236}">
                <a16:creationId xmlns:a16="http://schemas.microsoft.com/office/drawing/2014/main" id="{50CC6F2E-31F5-4634-A985-018B4FFD554E}"/>
              </a:ext>
            </a:extLst>
          </p:cNvPr>
          <p:cNvSpPr>
            <a:spLocks xmlns:a="http://schemas.openxmlformats.org/drawingml/2006/main" noGrp="1"/>
          </p:cNvSpPr>
          <p:nvPr/>
        </p:nvSpPr>
        <p:spPr>
          <a:xfrm xmlns:a="http://schemas.openxmlformats.org/drawingml/2006/main">
            <a:off x="6248400" y="462915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8697C"/>
                </a:solidFill>
                <a:latin typeface="Arial"/>
                <a:ea typeface="Arial"/>
                <a:cs typeface="Arial"/>
              </a:defRPr>
            </a:defPPr>
            <a:lvl1pPr algn="l">
              <a:defRPr sz="1275" b="0">
                <a:solidFill>
                  <a:srgbClr val="68697C"/>
                </a:solidFill>
                <a:latin typeface="Arial"/>
                <a:ea typeface="Arial"/>
                <a:cs typeface="Arial"/>
              </a:defRPr>
            </a:lvl1pPr>
            <a:lvl2pPr algn="l">
              <a:defRPr sz="1275" b="0">
                <a:solidFill>
                  <a:srgbClr val="68697C"/>
                </a:solidFill>
                <a:latin typeface="Arial"/>
                <a:ea typeface="Arial"/>
                <a:cs typeface="Arial"/>
              </a:defRPr>
            </a:lvl2pPr>
            <a:lvl3pPr algn="l">
              <a:defRPr sz="1275" b="0">
                <a:solidFill>
                  <a:srgbClr val="68697C"/>
                </a:solidFill>
                <a:latin typeface="Arial"/>
                <a:ea typeface="Arial"/>
                <a:cs typeface="Arial"/>
              </a:defRPr>
            </a:lvl3pPr>
            <a:lvl4pPr algn="l">
              <a:defRPr sz="1275" b="0">
                <a:solidFill>
                  <a:srgbClr val="68697C"/>
                </a:solidFill>
                <a:latin typeface="Arial"/>
                <a:ea typeface="Arial"/>
                <a:cs typeface="Arial"/>
              </a:defRPr>
            </a:lvl4pPr>
            <a:lvl5pPr algn="l">
              <a:defRPr sz="1275" b="0">
                <a:solidFill>
                  <a:srgbClr val="68697C"/>
                </a:solidFill>
                <a:latin typeface="Arial"/>
                <a:ea typeface="Arial"/>
                <a:cs typeface="Arial"/>
              </a:defRPr>
            </a:lvl5pPr>
            <a:lvl6pPr algn="l">
              <a:defRPr sz="1275" b="0">
                <a:solidFill>
                  <a:srgbClr val="68697C"/>
                </a:solidFill>
                <a:latin typeface="Arial"/>
                <a:ea typeface="Arial"/>
                <a:cs typeface="Arial"/>
              </a:defRPr>
            </a:lvl6pPr>
            <a:lvl7pPr algn="l">
              <a:defRPr sz="1275" b="0">
                <a:solidFill>
                  <a:srgbClr val="68697C"/>
                </a:solidFill>
                <a:latin typeface="Arial"/>
                <a:ea typeface="Arial"/>
                <a:cs typeface="Arial"/>
              </a:defRPr>
            </a:lvl7pPr>
            <a:lvl8pPr algn="l">
              <a:defRPr sz="1275" b="0">
                <a:solidFill>
                  <a:srgbClr val="68697C"/>
                </a:solidFill>
                <a:latin typeface="Arial"/>
                <a:ea typeface="Arial"/>
                <a:cs typeface="Arial"/>
              </a:defRPr>
            </a:lvl8pPr>
            <a:lvl9pPr algn="l">
              <a:defRPr sz="1275" b="0">
                <a:solidFill>
                  <a:srgbClr val="68697C"/>
                </a:solidFill>
                <a:latin typeface="Arial"/>
                <a:ea typeface="Arial"/>
                <a:cs typeface="Arial"/>
              </a:defRPr>
            </a:lvl9pPr>
          </a:lstStyle>
          <a:p xmlns:a="http://schemas.openxmlformats.org/drawingml/2006/main">
            <a:pPr algn="l">
              <a:defRPr sz="1275" b="0">
                <a:solidFill>
                  <a:srgbClr val="68697C"/>
                </a:solidFill>
                <a:latin typeface="Arial"/>
                <a:ea typeface="Arial"/>
                <a:cs typeface="Arial"/>
              </a:defRPr>
            </a:pPr>
            <a:r>
              <a:rPr sz="1275" b="0">
                <a:solidFill>
                  <a:srgbClr val="68697C"/>
                </a:solidFill>
                <a:latin typeface="Arial"/>
                <a:ea typeface="Arial"/>
                <a:cs typeface="Arial"/>
              </a:rPr>
              <a:t>No verified founder reviews or submission results yet.</a:t>
            </a:r>
          </a:p>
        </p:txBody>
      </p:sp>
      <p:sp>
        <p:nvSpPr>
          <p:cNvPr id="18" name="">
            <a:extLst xmlns:a="http://schemas.openxmlformats.org/drawingml/2006/main">
              <a:ext uri="{FF2B5EF4-FFF2-40B4-BE49-F238E27FC236}">
                <a16:creationId xmlns:a16="http://schemas.microsoft.com/office/drawing/2014/main" id="{91CE9315-F005-4585-BC6F-E5B83DC156FF}"/>
              </a:ext>
            </a:extLst>
          </p:cNvPr>
          <p:cNvSpPr>
            <a:spLocks xmlns:a="http://schemas.openxmlformats.org/drawingml/2006/main" noGrp="1"/>
          </p:cNvSpPr>
          <p:nvPr/>
        </p:nvSpPr>
        <p:spPr>
          <a:xfrm xmlns:a="http://schemas.openxmlformats.org/drawingml/2006/main">
            <a:off x="723900" y="5895975"/>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68697C"/>
                </a:solidFill>
                <a:latin typeface="Arial"/>
                <a:ea typeface="Arial"/>
                <a:cs typeface="Arial"/>
              </a:defRPr>
            </a:defPPr>
            <a:lvl1pPr algn="l">
              <a:defRPr sz="1050" b="1">
                <a:solidFill>
                  <a:srgbClr val="68697C"/>
                </a:solidFill>
                <a:latin typeface="Arial"/>
                <a:ea typeface="Arial"/>
                <a:cs typeface="Arial"/>
              </a:defRPr>
            </a:lvl1pPr>
            <a:lvl2pPr algn="l">
              <a:defRPr sz="1050" b="1">
                <a:solidFill>
                  <a:srgbClr val="68697C"/>
                </a:solidFill>
                <a:latin typeface="Arial"/>
                <a:ea typeface="Arial"/>
                <a:cs typeface="Arial"/>
              </a:defRPr>
            </a:lvl2pPr>
            <a:lvl3pPr algn="l">
              <a:defRPr sz="1050" b="1">
                <a:solidFill>
                  <a:srgbClr val="68697C"/>
                </a:solidFill>
                <a:latin typeface="Arial"/>
                <a:ea typeface="Arial"/>
                <a:cs typeface="Arial"/>
              </a:defRPr>
            </a:lvl3pPr>
            <a:lvl4pPr algn="l">
              <a:defRPr sz="1050" b="1">
                <a:solidFill>
                  <a:srgbClr val="68697C"/>
                </a:solidFill>
                <a:latin typeface="Arial"/>
                <a:ea typeface="Arial"/>
                <a:cs typeface="Arial"/>
              </a:defRPr>
            </a:lvl4pPr>
            <a:lvl5pPr algn="l">
              <a:defRPr sz="1050" b="1">
                <a:solidFill>
                  <a:srgbClr val="68697C"/>
                </a:solidFill>
                <a:latin typeface="Arial"/>
                <a:ea typeface="Arial"/>
                <a:cs typeface="Arial"/>
              </a:defRPr>
            </a:lvl5pPr>
            <a:lvl6pPr algn="l">
              <a:defRPr sz="1050" b="1">
                <a:solidFill>
                  <a:srgbClr val="68697C"/>
                </a:solidFill>
                <a:latin typeface="Arial"/>
                <a:ea typeface="Arial"/>
                <a:cs typeface="Arial"/>
              </a:defRPr>
            </a:lvl6pPr>
            <a:lvl7pPr algn="l">
              <a:defRPr sz="1050" b="1">
                <a:solidFill>
                  <a:srgbClr val="68697C"/>
                </a:solidFill>
                <a:latin typeface="Arial"/>
                <a:ea typeface="Arial"/>
                <a:cs typeface="Arial"/>
              </a:defRPr>
            </a:lvl7pPr>
            <a:lvl8pPr algn="l">
              <a:defRPr sz="1050" b="1">
                <a:solidFill>
                  <a:srgbClr val="68697C"/>
                </a:solidFill>
                <a:latin typeface="Arial"/>
                <a:ea typeface="Arial"/>
                <a:cs typeface="Arial"/>
              </a:defRPr>
            </a:lvl8pPr>
            <a:lvl9pPr algn="l">
              <a:defRPr sz="1050" b="1">
                <a:solidFill>
                  <a:srgbClr val="68697C"/>
                </a:solidFill>
                <a:latin typeface="Arial"/>
                <a:ea typeface="Arial"/>
                <a:cs typeface="Arial"/>
              </a:defRPr>
            </a:lvl9pPr>
          </a:lstStyle>
          <a:p xmlns:a="http://schemas.openxmlformats.org/drawingml/2006/main">
            <a:pPr algn="l">
              <a:defRPr sz="1050" b="1">
                <a:solidFill>
                  <a:srgbClr val="68697C"/>
                </a:solidFill>
                <a:latin typeface="Arial"/>
                <a:ea typeface="Arial"/>
                <a:cs typeface="Arial"/>
              </a:defRPr>
            </a:pPr>
            <a:r>
              <a:rPr sz="1050" b="1">
                <a:solidFill>
                  <a:srgbClr val="68697C"/>
                </a:solidFill>
                <a:latin typeface="Arial"/>
                <a:ea typeface="Arial"/>
                <a:cs typeface="Arial"/>
              </a:rPr>
              <a:t>The Vercel demo currently requires team authentication.</a:t>
            </a:r>
          </a:p>
        </p:txBody>
      </p:sp>
      <p:sp>
        <p:nvSpPr>
          <p:cNvPr id="19" name="">
            <a:extLst xmlns:a="http://schemas.openxmlformats.org/drawingml/2006/main">
              <a:ext uri="{FF2B5EF4-FFF2-40B4-BE49-F238E27FC236}">
                <a16:creationId xmlns:a16="http://schemas.microsoft.com/office/drawing/2014/main" id="{15D5607D-6AF3-4146-B7B9-44614C1BD621}"/>
              </a:ext>
            </a:extLst>
          </p:cNvPr>
          <p:cNvSpPr>
            <a:spLocks xmlns:a="http://schemas.openxmlformats.org/drawingml/2006/main" noGrp="1"/>
          </p:cNvSpPr>
          <p:nvPr/>
        </p:nvSpPr>
        <p:spPr>
          <a:xfrm xmlns:a="http://schemas.openxmlformats.org/drawingml/2006/main">
            <a:off x="8591550" y="5895975"/>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7657FF"/>
                </a:solidFill>
                <a:latin typeface="Arial"/>
                <a:ea typeface="Arial"/>
                <a:cs typeface="Arial"/>
              </a:defRPr>
            </a:defPPr>
            <a:lvl1pPr algn="r">
              <a:defRPr sz="975" b="1">
                <a:solidFill>
                  <a:srgbClr val="7657FF"/>
                </a:solidFill>
                <a:latin typeface="Arial"/>
                <a:ea typeface="Arial"/>
                <a:cs typeface="Arial"/>
              </a:defRPr>
            </a:lvl1pPr>
            <a:lvl2pPr algn="r">
              <a:defRPr sz="975" b="1">
                <a:solidFill>
                  <a:srgbClr val="7657FF"/>
                </a:solidFill>
                <a:latin typeface="Arial"/>
                <a:ea typeface="Arial"/>
                <a:cs typeface="Arial"/>
              </a:defRPr>
            </a:lvl2pPr>
            <a:lvl3pPr algn="r">
              <a:defRPr sz="975" b="1">
                <a:solidFill>
                  <a:srgbClr val="7657FF"/>
                </a:solidFill>
                <a:latin typeface="Arial"/>
                <a:ea typeface="Arial"/>
                <a:cs typeface="Arial"/>
              </a:defRPr>
            </a:lvl3pPr>
            <a:lvl4pPr algn="r">
              <a:defRPr sz="975" b="1">
                <a:solidFill>
                  <a:srgbClr val="7657FF"/>
                </a:solidFill>
                <a:latin typeface="Arial"/>
                <a:ea typeface="Arial"/>
                <a:cs typeface="Arial"/>
              </a:defRPr>
            </a:lvl4pPr>
            <a:lvl5pPr algn="r">
              <a:defRPr sz="975" b="1">
                <a:solidFill>
                  <a:srgbClr val="7657FF"/>
                </a:solidFill>
                <a:latin typeface="Arial"/>
                <a:ea typeface="Arial"/>
                <a:cs typeface="Arial"/>
              </a:defRPr>
            </a:lvl5pPr>
            <a:lvl6pPr algn="r">
              <a:defRPr sz="975" b="1">
                <a:solidFill>
                  <a:srgbClr val="7657FF"/>
                </a:solidFill>
                <a:latin typeface="Arial"/>
                <a:ea typeface="Arial"/>
                <a:cs typeface="Arial"/>
              </a:defRPr>
            </a:lvl6pPr>
            <a:lvl7pPr algn="r">
              <a:defRPr sz="975" b="1">
                <a:solidFill>
                  <a:srgbClr val="7657FF"/>
                </a:solidFill>
                <a:latin typeface="Arial"/>
                <a:ea typeface="Arial"/>
                <a:cs typeface="Arial"/>
              </a:defRPr>
            </a:lvl7pPr>
            <a:lvl8pPr algn="r">
              <a:defRPr sz="975" b="1">
                <a:solidFill>
                  <a:srgbClr val="7657FF"/>
                </a:solidFill>
                <a:latin typeface="Arial"/>
                <a:ea typeface="Arial"/>
                <a:cs typeface="Arial"/>
              </a:defRPr>
            </a:lvl8pPr>
            <a:lvl9pPr algn="r">
              <a:defRPr sz="975" b="1">
                <a:solidFill>
                  <a:srgbClr val="7657FF"/>
                </a:solidFill>
                <a:latin typeface="Arial"/>
                <a:ea typeface="Arial"/>
                <a:cs typeface="Arial"/>
              </a:defRPr>
            </a:lvl9pPr>
          </a:lstStyle>
          <a:p xmlns:a="http://schemas.openxmlformats.org/drawingml/2006/main">
            <a:pPr algn="r">
              <a:defRPr sz="975" b="1">
                <a:solidFill>
                  <a:srgbClr val="7657FF"/>
                </a:solidFill>
                <a:latin typeface="Arial"/>
                <a:ea typeface="Arial"/>
                <a:cs typeface="Arial"/>
              </a:defRPr>
            </a:pPr>
            <a:r>
              <a:rPr sz="975" b="1">
                <a:solidFill>
                  <a:srgbClr val="7657FF"/>
                </a:solidFill>
                <a:latin typeface="Arial"/>
                <a:ea typeface="Arial"/>
                <a:cs typeface="Arial"/>
              </a:rPr>
              <a:t>AUTOGRANT-SIGMA.VERCEL.APP</a:t>
            </a:r>
          </a:p>
        </p:txBody>
      </p:sp>
      <p:sp>
        <p:nvSpPr>
          <p:cNvPr id="20" name="">
            <a:extLst xmlns:a="http://schemas.openxmlformats.org/drawingml/2006/main">
              <a:ext uri="{FF2B5EF4-FFF2-40B4-BE49-F238E27FC236}">
                <a16:creationId xmlns:a16="http://schemas.microsoft.com/office/drawing/2014/main" id="{F201315F-BC07-4CB6-A32A-76D975227D19}"/>
              </a:ext>
            </a:extLst>
          </p:cNvPr>
          <p:cNvSpPr>
            <a:spLocks xmlns:a="http://schemas.openxmlformats.org/drawingml/2006/main" noGrp="1"/>
          </p:cNvSpPr>
          <p:nvPr/>
        </p:nvSpPr>
        <p:spPr>
          <a:xfrm xmlns:a="http://schemas.openxmlformats.org/drawingml/2006/main">
            <a:off x="685800" y="64865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68697C"/>
                </a:solidFill>
                <a:latin typeface="Arial"/>
                <a:ea typeface="Arial"/>
                <a:cs typeface="Arial"/>
              </a:defRPr>
            </a:defPPr>
            <a:lvl1pPr algn="l">
              <a:defRPr sz="900" b="1">
                <a:solidFill>
                  <a:srgbClr val="68697C"/>
                </a:solidFill>
                <a:latin typeface="Arial"/>
                <a:ea typeface="Arial"/>
                <a:cs typeface="Arial"/>
              </a:defRPr>
            </a:lvl1pPr>
            <a:lvl2pPr algn="l">
              <a:defRPr sz="900" b="1">
                <a:solidFill>
                  <a:srgbClr val="68697C"/>
                </a:solidFill>
                <a:latin typeface="Arial"/>
                <a:ea typeface="Arial"/>
                <a:cs typeface="Arial"/>
              </a:defRPr>
            </a:lvl2pPr>
            <a:lvl3pPr algn="l">
              <a:defRPr sz="900" b="1">
                <a:solidFill>
                  <a:srgbClr val="68697C"/>
                </a:solidFill>
                <a:latin typeface="Arial"/>
                <a:ea typeface="Arial"/>
                <a:cs typeface="Arial"/>
              </a:defRPr>
            </a:lvl3pPr>
            <a:lvl4pPr algn="l">
              <a:defRPr sz="900" b="1">
                <a:solidFill>
                  <a:srgbClr val="68697C"/>
                </a:solidFill>
                <a:latin typeface="Arial"/>
                <a:ea typeface="Arial"/>
                <a:cs typeface="Arial"/>
              </a:defRPr>
            </a:lvl4pPr>
            <a:lvl5pPr algn="l">
              <a:defRPr sz="900" b="1">
                <a:solidFill>
                  <a:srgbClr val="68697C"/>
                </a:solidFill>
                <a:latin typeface="Arial"/>
                <a:ea typeface="Arial"/>
                <a:cs typeface="Arial"/>
              </a:defRPr>
            </a:lvl5pPr>
            <a:lvl6pPr algn="l">
              <a:defRPr sz="900" b="1">
                <a:solidFill>
                  <a:srgbClr val="68697C"/>
                </a:solidFill>
                <a:latin typeface="Arial"/>
                <a:ea typeface="Arial"/>
                <a:cs typeface="Arial"/>
              </a:defRPr>
            </a:lvl6pPr>
            <a:lvl7pPr algn="l">
              <a:defRPr sz="900" b="1">
                <a:solidFill>
                  <a:srgbClr val="68697C"/>
                </a:solidFill>
                <a:latin typeface="Arial"/>
                <a:ea typeface="Arial"/>
                <a:cs typeface="Arial"/>
              </a:defRPr>
            </a:lvl7pPr>
            <a:lvl8pPr algn="l">
              <a:defRPr sz="900" b="1">
                <a:solidFill>
                  <a:srgbClr val="68697C"/>
                </a:solidFill>
                <a:latin typeface="Arial"/>
                <a:ea typeface="Arial"/>
                <a:cs typeface="Arial"/>
              </a:defRPr>
            </a:lvl8pPr>
            <a:lvl9pPr algn="l">
              <a:defRPr sz="900" b="1">
                <a:solidFill>
                  <a:srgbClr val="68697C"/>
                </a:solidFill>
                <a:latin typeface="Arial"/>
                <a:ea typeface="Arial"/>
                <a:cs typeface="Arial"/>
              </a:defRPr>
            </a:lvl9pPr>
          </a:lstStyle>
          <a:p xmlns:a="http://schemas.openxmlformats.org/drawingml/2006/main">
            <a:pPr algn="l">
              <a:defRPr sz="900" b="1">
                <a:solidFill>
                  <a:srgbClr val="68697C"/>
                </a:solidFill>
                <a:latin typeface="Arial"/>
                <a:ea typeface="Arial"/>
                <a:cs typeface="Arial"/>
              </a:defRPr>
            </a:pPr>
            <a:r>
              <a:rPr sz="900" b="1">
                <a:solidFill>
                  <a:srgbClr val="68697C"/>
                </a:solidFill>
                <a:latin typeface="Arial"/>
                <a:ea typeface="Arial"/>
                <a:cs typeface="Arial"/>
              </a:rPr>
              <a:t>AUTOGRANT  /  AZINHACK 2026</a:t>
            </a:r>
          </a:p>
        </p:txBody>
      </p:sp>
      <p:sp>
        <p:nvSpPr>
          <p:cNvPr id="21" name="">
            <a:extLst xmlns:a="http://schemas.openxmlformats.org/drawingml/2006/main">
              <a:ext uri="{FF2B5EF4-FFF2-40B4-BE49-F238E27FC236}">
                <a16:creationId xmlns:a16="http://schemas.microsoft.com/office/drawing/2014/main" id="{FD4E3E54-513C-4445-B3D9-17DC7841F28B}"/>
              </a:ext>
            </a:extLst>
          </p:cNvPr>
          <p:cNvSpPr>
            <a:spLocks xmlns:a="http://schemas.openxmlformats.org/drawingml/2006/main" noGrp="1"/>
          </p:cNvSpPr>
          <p:nvPr/>
        </p:nvSpPr>
        <p:spPr>
          <a:xfrm xmlns:a="http://schemas.openxmlformats.org/drawingml/2006/main">
            <a:off x="10668000" y="6486525"/>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68697C"/>
                </a:solidFill>
                <a:latin typeface="Arial"/>
                <a:ea typeface="Arial"/>
                <a:cs typeface="Arial"/>
              </a:defRPr>
            </a:defPPr>
            <a:lvl1pPr algn="r">
              <a:defRPr sz="900" b="1">
                <a:solidFill>
                  <a:srgbClr val="68697C"/>
                </a:solidFill>
                <a:latin typeface="Arial"/>
                <a:ea typeface="Arial"/>
                <a:cs typeface="Arial"/>
              </a:defRPr>
            </a:lvl1pPr>
            <a:lvl2pPr algn="r">
              <a:defRPr sz="900" b="1">
                <a:solidFill>
                  <a:srgbClr val="68697C"/>
                </a:solidFill>
                <a:latin typeface="Arial"/>
                <a:ea typeface="Arial"/>
                <a:cs typeface="Arial"/>
              </a:defRPr>
            </a:lvl2pPr>
            <a:lvl3pPr algn="r">
              <a:defRPr sz="900" b="1">
                <a:solidFill>
                  <a:srgbClr val="68697C"/>
                </a:solidFill>
                <a:latin typeface="Arial"/>
                <a:ea typeface="Arial"/>
                <a:cs typeface="Arial"/>
              </a:defRPr>
            </a:lvl3pPr>
            <a:lvl4pPr algn="r">
              <a:defRPr sz="900" b="1">
                <a:solidFill>
                  <a:srgbClr val="68697C"/>
                </a:solidFill>
                <a:latin typeface="Arial"/>
                <a:ea typeface="Arial"/>
                <a:cs typeface="Arial"/>
              </a:defRPr>
            </a:lvl4pPr>
            <a:lvl5pPr algn="r">
              <a:defRPr sz="900" b="1">
                <a:solidFill>
                  <a:srgbClr val="68697C"/>
                </a:solidFill>
                <a:latin typeface="Arial"/>
                <a:ea typeface="Arial"/>
                <a:cs typeface="Arial"/>
              </a:defRPr>
            </a:lvl5pPr>
            <a:lvl6pPr algn="r">
              <a:defRPr sz="900" b="1">
                <a:solidFill>
                  <a:srgbClr val="68697C"/>
                </a:solidFill>
                <a:latin typeface="Arial"/>
                <a:ea typeface="Arial"/>
                <a:cs typeface="Arial"/>
              </a:defRPr>
            </a:lvl6pPr>
            <a:lvl7pPr algn="r">
              <a:defRPr sz="900" b="1">
                <a:solidFill>
                  <a:srgbClr val="68697C"/>
                </a:solidFill>
                <a:latin typeface="Arial"/>
                <a:ea typeface="Arial"/>
                <a:cs typeface="Arial"/>
              </a:defRPr>
            </a:lvl7pPr>
            <a:lvl8pPr algn="r">
              <a:defRPr sz="900" b="1">
                <a:solidFill>
                  <a:srgbClr val="68697C"/>
                </a:solidFill>
                <a:latin typeface="Arial"/>
                <a:ea typeface="Arial"/>
                <a:cs typeface="Arial"/>
              </a:defRPr>
            </a:lvl8pPr>
            <a:lvl9pPr algn="r">
              <a:defRPr sz="900" b="1">
                <a:solidFill>
                  <a:srgbClr val="68697C"/>
                </a:solidFill>
                <a:latin typeface="Arial"/>
                <a:ea typeface="Arial"/>
                <a:cs typeface="Arial"/>
              </a:defRPr>
            </a:lvl9pPr>
          </a:lstStyle>
          <a:p xmlns:a="http://schemas.openxmlformats.org/drawingml/2006/main">
            <a:pPr algn="r">
              <a:defRPr sz="900" b="1">
                <a:solidFill>
                  <a:srgbClr val="68697C"/>
                </a:solidFill>
                <a:latin typeface="Arial"/>
                <a:ea typeface="Arial"/>
                <a:cs typeface="Arial"/>
              </a:defRPr>
            </a:pPr>
            <a:r>
              <a:rPr sz="900" b="1">
                <a:solidFill>
                  <a:srgbClr val="68697C"/>
                </a:solidFill>
                <a:latin typeface="Arial"/>
                <a:ea typeface="Arial"/>
                <a:cs typeface="Arial"/>
              </a:rPr>
              <a:t>07 / 08</a:t>
            </a:r>
          </a:p>
        </p:txBody>
      </p:sp>
    </p:spTree>
    <p:extLst>
      <p:ext uri="{BB962C8B-B14F-4D97-AF65-F5344CB8AC3E}">
        <p14:creationId xmlns:p14="http://schemas.microsoft.com/office/powerpoint/2010/main" val="685498823"/>
      </p:ext>
    </p:extLst>
  </p:cSld>
</p:sld>
</file>

<file path=ppt/slides/slide8.xml><?xml version="1.0" encoding="utf-8"?>
<p:sld xmlns:p="http://schemas.openxmlformats.org/presentationml/2006/main">
  <p:cSld>
    <p:bg>
      <p:bgPr>
        <a:solidFill xmlns:a="http://schemas.openxmlformats.org/drawingml/2006/main">
          <a:srgbClr val="11122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3923A92-53DE-45C8-9699-083864A5EC7C}"/>
              </a:ext>
            </a:extLst>
          </p:cNvPr>
          <p:cNvSpPr>
            <a:spLocks xmlns:a="http://schemas.openxmlformats.org/drawingml/2006/main" noGrp="1"/>
          </p:cNvSpPr>
          <p:nvPr/>
        </p:nvSpPr>
        <p:spPr>
          <a:xfrm xmlns:a="http://schemas.openxmlformats.org/drawingml/2006/main">
            <a:off x="685800" y="45720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D6FF4F"/>
                </a:solidFill>
                <a:latin typeface="Arial"/>
                <a:ea typeface="Arial"/>
                <a:cs typeface="Arial"/>
              </a:defRPr>
            </a:defPPr>
            <a:lvl1pPr algn="l">
              <a:defRPr sz="975" b="1">
                <a:solidFill>
                  <a:srgbClr val="D6FF4F"/>
                </a:solidFill>
                <a:latin typeface="Arial"/>
                <a:ea typeface="Arial"/>
                <a:cs typeface="Arial"/>
              </a:defRPr>
            </a:lvl1pPr>
            <a:lvl2pPr algn="l">
              <a:defRPr sz="975" b="1">
                <a:solidFill>
                  <a:srgbClr val="D6FF4F"/>
                </a:solidFill>
                <a:latin typeface="Arial"/>
                <a:ea typeface="Arial"/>
                <a:cs typeface="Arial"/>
              </a:defRPr>
            </a:lvl2pPr>
            <a:lvl3pPr algn="l">
              <a:defRPr sz="975" b="1">
                <a:solidFill>
                  <a:srgbClr val="D6FF4F"/>
                </a:solidFill>
                <a:latin typeface="Arial"/>
                <a:ea typeface="Arial"/>
                <a:cs typeface="Arial"/>
              </a:defRPr>
            </a:lvl3pPr>
            <a:lvl4pPr algn="l">
              <a:defRPr sz="975" b="1">
                <a:solidFill>
                  <a:srgbClr val="D6FF4F"/>
                </a:solidFill>
                <a:latin typeface="Arial"/>
                <a:ea typeface="Arial"/>
                <a:cs typeface="Arial"/>
              </a:defRPr>
            </a:lvl4pPr>
            <a:lvl5pPr algn="l">
              <a:defRPr sz="975" b="1">
                <a:solidFill>
                  <a:srgbClr val="D6FF4F"/>
                </a:solidFill>
                <a:latin typeface="Arial"/>
                <a:ea typeface="Arial"/>
                <a:cs typeface="Arial"/>
              </a:defRPr>
            </a:lvl5pPr>
            <a:lvl6pPr algn="l">
              <a:defRPr sz="975" b="1">
                <a:solidFill>
                  <a:srgbClr val="D6FF4F"/>
                </a:solidFill>
                <a:latin typeface="Arial"/>
                <a:ea typeface="Arial"/>
                <a:cs typeface="Arial"/>
              </a:defRPr>
            </a:lvl6pPr>
            <a:lvl7pPr algn="l">
              <a:defRPr sz="975" b="1">
                <a:solidFill>
                  <a:srgbClr val="D6FF4F"/>
                </a:solidFill>
                <a:latin typeface="Arial"/>
                <a:ea typeface="Arial"/>
                <a:cs typeface="Arial"/>
              </a:defRPr>
            </a:lvl7pPr>
            <a:lvl8pPr algn="l">
              <a:defRPr sz="975" b="1">
                <a:solidFill>
                  <a:srgbClr val="D6FF4F"/>
                </a:solidFill>
                <a:latin typeface="Arial"/>
                <a:ea typeface="Arial"/>
                <a:cs typeface="Arial"/>
              </a:defRPr>
            </a:lvl8pPr>
            <a:lvl9pPr algn="l">
              <a:defRPr sz="975" b="1">
                <a:solidFill>
                  <a:srgbClr val="D6FF4F"/>
                </a:solidFill>
                <a:latin typeface="Arial"/>
                <a:ea typeface="Arial"/>
                <a:cs typeface="Arial"/>
              </a:defRPr>
            </a:lvl9pPr>
          </a:lstStyle>
          <a:p xmlns:a="http://schemas.openxmlformats.org/drawingml/2006/main">
            <a:pPr algn="l">
              <a:defRPr sz="975" b="1">
                <a:solidFill>
                  <a:srgbClr val="D6FF4F"/>
                </a:solidFill>
                <a:latin typeface="Arial"/>
                <a:ea typeface="Arial"/>
                <a:cs typeface="Arial"/>
              </a:defRPr>
            </a:pPr>
            <a:r>
              <a:rPr sz="975" b="1">
                <a:solidFill>
                  <a:srgbClr val="D6FF4F"/>
                </a:solidFill>
                <a:latin typeface="Arial"/>
                <a:ea typeface="Arial"/>
                <a:cs typeface="Arial"/>
              </a:rPr>
              <a:t>THE NEXT PROOF</a:t>
            </a:r>
          </a:p>
        </p:txBody>
      </p:sp>
      <p:sp>
        <p:nvSpPr>
          <p:cNvPr id="2" name="">
            <a:extLst xmlns:a="http://schemas.openxmlformats.org/drawingml/2006/main">
              <a:ext uri="{FF2B5EF4-FFF2-40B4-BE49-F238E27FC236}">
                <a16:creationId xmlns:a16="http://schemas.microsoft.com/office/drawing/2014/main" id="{9DE34AD9-FD5A-43AA-8E72-CAC5DB3C3768}"/>
              </a:ext>
            </a:extLst>
          </p:cNvPr>
          <p:cNvSpPr>
            <a:spLocks xmlns:a="http://schemas.openxmlformats.org/drawingml/2006/main" noGrp="1"/>
          </p:cNvSpPr>
          <p:nvPr/>
        </p:nvSpPr>
        <p:spPr>
          <a:xfrm xmlns:a="http://schemas.openxmlformats.org/drawingml/2006/main">
            <a:off x="685800" y="1047750"/>
            <a:ext cx="809625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125" b="1">
                <a:solidFill>
                  <a:srgbClr val="FFFFFF"/>
                </a:solidFill>
                <a:latin typeface="Arial"/>
                <a:ea typeface="Arial"/>
                <a:cs typeface="Arial"/>
              </a:defRPr>
            </a:defPPr>
            <a:lvl1pPr algn="l">
              <a:defRPr sz="4125" b="1">
                <a:solidFill>
                  <a:srgbClr val="FFFFFF"/>
                </a:solidFill>
                <a:latin typeface="Arial"/>
                <a:ea typeface="Arial"/>
                <a:cs typeface="Arial"/>
              </a:defRPr>
            </a:lvl1pPr>
            <a:lvl2pPr algn="l">
              <a:defRPr sz="4125" b="1">
                <a:solidFill>
                  <a:srgbClr val="FFFFFF"/>
                </a:solidFill>
                <a:latin typeface="Arial"/>
                <a:ea typeface="Arial"/>
                <a:cs typeface="Arial"/>
              </a:defRPr>
            </a:lvl2pPr>
            <a:lvl3pPr algn="l">
              <a:defRPr sz="4125" b="1">
                <a:solidFill>
                  <a:srgbClr val="FFFFFF"/>
                </a:solidFill>
                <a:latin typeface="Arial"/>
                <a:ea typeface="Arial"/>
                <a:cs typeface="Arial"/>
              </a:defRPr>
            </a:lvl3pPr>
            <a:lvl4pPr algn="l">
              <a:defRPr sz="4125" b="1">
                <a:solidFill>
                  <a:srgbClr val="FFFFFF"/>
                </a:solidFill>
                <a:latin typeface="Arial"/>
                <a:ea typeface="Arial"/>
                <a:cs typeface="Arial"/>
              </a:defRPr>
            </a:lvl4pPr>
            <a:lvl5pPr algn="l">
              <a:defRPr sz="4125" b="1">
                <a:solidFill>
                  <a:srgbClr val="FFFFFF"/>
                </a:solidFill>
                <a:latin typeface="Arial"/>
                <a:ea typeface="Arial"/>
                <a:cs typeface="Arial"/>
              </a:defRPr>
            </a:lvl5pPr>
            <a:lvl6pPr algn="l">
              <a:defRPr sz="4125" b="1">
                <a:solidFill>
                  <a:srgbClr val="FFFFFF"/>
                </a:solidFill>
                <a:latin typeface="Arial"/>
                <a:ea typeface="Arial"/>
                <a:cs typeface="Arial"/>
              </a:defRPr>
            </a:lvl6pPr>
            <a:lvl7pPr algn="l">
              <a:defRPr sz="4125" b="1">
                <a:solidFill>
                  <a:srgbClr val="FFFFFF"/>
                </a:solidFill>
                <a:latin typeface="Arial"/>
                <a:ea typeface="Arial"/>
                <a:cs typeface="Arial"/>
              </a:defRPr>
            </a:lvl7pPr>
            <a:lvl8pPr algn="l">
              <a:defRPr sz="4125" b="1">
                <a:solidFill>
                  <a:srgbClr val="FFFFFF"/>
                </a:solidFill>
                <a:latin typeface="Arial"/>
                <a:ea typeface="Arial"/>
                <a:cs typeface="Arial"/>
              </a:defRPr>
            </a:lvl8pPr>
            <a:lvl9pPr algn="l">
              <a:defRPr sz="4125" b="1">
                <a:solidFill>
                  <a:srgbClr val="FFFFFF"/>
                </a:solidFill>
                <a:latin typeface="Arial"/>
                <a:ea typeface="Arial"/>
                <a:cs typeface="Arial"/>
              </a:defRPr>
            </a:lvl9pPr>
          </a:lstStyle>
          <a:p xmlns:a="http://schemas.openxmlformats.org/drawingml/2006/main">
            <a:pPr algn="l">
              <a:defRPr sz="4125" b="1">
                <a:solidFill>
                  <a:srgbClr val="FFFFFF"/>
                </a:solidFill>
                <a:latin typeface="Arial"/>
                <a:ea typeface="Arial"/>
                <a:cs typeface="Arial"/>
              </a:defRPr>
            </a:pPr>
            <a:r>
              <a:rPr sz="4125" b="1">
                <a:solidFill>
                  <a:srgbClr val="FFFFFF"/>
                </a:solidFill>
                <a:latin typeface="Arial"/>
                <a:ea typeface="Arial"/>
                <a:cs typeface="Arial"/>
              </a:rPr>
              <a:t>Shortlist AutoGrant</a:t>
            </a:r>
          </a:p>
          <a:p xmlns:a="http://schemas.openxmlformats.org/drawingml/2006/main">
            <a:pPr algn="l">
              <a:defRPr sz="4125" b="1">
                <a:solidFill>
                  <a:srgbClr val="FFFFFF"/>
                </a:solidFill>
                <a:latin typeface="Arial"/>
                <a:ea typeface="Arial"/>
                <a:cs typeface="Arial"/>
              </a:defRPr>
            </a:pPr>
            <a:r>
              <a:rPr sz="4125" b="1">
                <a:solidFill>
                  <a:srgbClr val="FFFFFF"/>
                </a:solidFill>
                <a:latin typeface="Arial"/>
                <a:ea typeface="Arial"/>
                <a:cs typeface="Arial"/>
              </a:rPr>
              <a:t>to test the match</a:t>
            </a:r>
          </a:p>
          <a:p xmlns:a="http://schemas.openxmlformats.org/drawingml/2006/main">
            <a:pPr algn="l">
              <a:defRPr sz="4125" b="1">
                <a:solidFill>
                  <a:srgbClr val="FFFFFF"/>
                </a:solidFill>
                <a:latin typeface="Arial"/>
                <a:ea typeface="Arial"/>
                <a:cs typeface="Arial"/>
              </a:defRPr>
            </a:pPr>
            <a:r>
              <a:rPr sz="4125" b="1">
                <a:solidFill>
                  <a:srgbClr val="FFFFFF"/>
                </a:solidFill>
                <a:latin typeface="Arial"/>
                <a:ea typeface="Arial"/>
                <a:cs typeface="Arial"/>
              </a:rPr>
              <a:t>with real founders.</a:t>
            </a:r>
          </a:p>
        </p:txBody>
      </p:sp>
      <p:sp>
        <p:nvSpPr>
          <p:cNvPr id="3" name="">
            <a:extLst xmlns:a="http://schemas.openxmlformats.org/drawingml/2006/main">
              <a:ext uri="{FF2B5EF4-FFF2-40B4-BE49-F238E27FC236}">
                <a16:creationId xmlns:a16="http://schemas.microsoft.com/office/drawing/2014/main" id="{06F90EB9-6EB4-4EA9-BE72-4999D24F3CEB}"/>
              </a:ext>
            </a:extLst>
          </p:cNvPr>
          <p:cNvSpPr>
            <a:spLocks xmlns:a="http://schemas.openxmlformats.org/drawingml/2006/main" noGrp="1"/>
          </p:cNvSpPr>
          <p:nvPr/>
        </p:nvSpPr>
        <p:spPr>
          <a:xfrm xmlns:a="http://schemas.openxmlformats.org/drawingml/2006/main">
            <a:off x="742950" y="3752850"/>
            <a:ext cx="95250" cy="1066800"/>
          </a:xfrm>
          <a:prstGeom xmlns:a="http://schemas.openxmlformats.org/drawingml/2006/main" prst="rect">
            <a:avLst/>
          </a:prstGeom>
          <a:solidFill xmlns:a="http://schemas.openxmlformats.org/drawingml/2006/main">
            <a:srgbClr val="D6FF4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A822F8E-2342-4218-B2E5-198B6969314F}"/>
              </a:ext>
            </a:extLst>
          </p:cNvPr>
          <p:cNvSpPr>
            <a:spLocks xmlns:a="http://schemas.openxmlformats.org/drawingml/2006/main" noGrp="1"/>
          </p:cNvSpPr>
          <p:nvPr/>
        </p:nvSpPr>
        <p:spPr>
          <a:xfrm xmlns:a="http://schemas.openxmlformats.org/drawingml/2006/main">
            <a:off x="1047750" y="3781425"/>
            <a:ext cx="4762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E1E0EA"/>
                </a:solidFill>
                <a:latin typeface="Arial"/>
                <a:ea typeface="Arial"/>
                <a:cs typeface="Arial"/>
              </a:defRPr>
            </a:defPPr>
            <a:lvl1pPr algn="l">
              <a:defRPr sz="1650" b="0">
                <a:solidFill>
                  <a:srgbClr val="E1E0EA"/>
                </a:solidFill>
                <a:latin typeface="Arial"/>
                <a:ea typeface="Arial"/>
                <a:cs typeface="Arial"/>
              </a:defRPr>
            </a:lvl1pPr>
            <a:lvl2pPr algn="l">
              <a:defRPr sz="1650" b="0">
                <a:solidFill>
                  <a:srgbClr val="E1E0EA"/>
                </a:solidFill>
                <a:latin typeface="Arial"/>
                <a:ea typeface="Arial"/>
                <a:cs typeface="Arial"/>
              </a:defRPr>
            </a:lvl2pPr>
            <a:lvl3pPr algn="l">
              <a:defRPr sz="1650" b="0">
                <a:solidFill>
                  <a:srgbClr val="E1E0EA"/>
                </a:solidFill>
                <a:latin typeface="Arial"/>
                <a:ea typeface="Arial"/>
                <a:cs typeface="Arial"/>
              </a:defRPr>
            </a:lvl3pPr>
            <a:lvl4pPr algn="l">
              <a:defRPr sz="1650" b="0">
                <a:solidFill>
                  <a:srgbClr val="E1E0EA"/>
                </a:solidFill>
                <a:latin typeface="Arial"/>
                <a:ea typeface="Arial"/>
                <a:cs typeface="Arial"/>
              </a:defRPr>
            </a:lvl4pPr>
            <a:lvl5pPr algn="l">
              <a:defRPr sz="1650" b="0">
                <a:solidFill>
                  <a:srgbClr val="E1E0EA"/>
                </a:solidFill>
                <a:latin typeface="Arial"/>
                <a:ea typeface="Arial"/>
                <a:cs typeface="Arial"/>
              </a:defRPr>
            </a:lvl5pPr>
            <a:lvl6pPr algn="l">
              <a:defRPr sz="1650" b="0">
                <a:solidFill>
                  <a:srgbClr val="E1E0EA"/>
                </a:solidFill>
                <a:latin typeface="Arial"/>
                <a:ea typeface="Arial"/>
                <a:cs typeface="Arial"/>
              </a:defRPr>
            </a:lvl6pPr>
            <a:lvl7pPr algn="l">
              <a:defRPr sz="1650" b="0">
                <a:solidFill>
                  <a:srgbClr val="E1E0EA"/>
                </a:solidFill>
                <a:latin typeface="Arial"/>
                <a:ea typeface="Arial"/>
                <a:cs typeface="Arial"/>
              </a:defRPr>
            </a:lvl7pPr>
            <a:lvl8pPr algn="l">
              <a:defRPr sz="1650" b="0">
                <a:solidFill>
                  <a:srgbClr val="E1E0EA"/>
                </a:solidFill>
                <a:latin typeface="Arial"/>
                <a:ea typeface="Arial"/>
                <a:cs typeface="Arial"/>
              </a:defRPr>
            </a:lvl8pPr>
            <a:lvl9pPr algn="l">
              <a:defRPr sz="1650" b="0">
                <a:solidFill>
                  <a:srgbClr val="E1E0EA"/>
                </a:solidFill>
                <a:latin typeface="Arial"/>
                <a:ea typeface="Arial"/>
                <a:cs typeface="Arial"/>
              </a:defRPr>
            </a:lvl9pPr>
          </a:lstStyle>
          <a:p xmlns:a="http://schemas.openxmlformats.org/drawingml/2006/main">
            <a:pPr algn="l">
              <a:defRPr sz="1650" b="0">
                <a:solidFill>
                  <a:srgbClr val="E1E0EA"/>
                </a:solidFill>
                <a:latin typeface="Arial"/>
                <a:ea typeface="Arial"/>
                <a:cs typeface="Arial"/>
              </a:defRPr>
            </a:pPr>
            <a:r>
              <a:rPr sz="1650" b="0">
                <a:solidFill>
                  <a:srgbClr val="E1E0EA"/>
                </a:solidFill>
                <a:latin typeface="Arial"/>
                <a:ea typeface="Arial"/>
                <a:cs typeface="Arial"/>
              </a:rPr>
              <a:t>Validate source quality.</a:t>
            </a:r>
          </a:p>
          <a:p xmlns:a="http://schemas.openxmlformats.org/drawingml/2006/main">
            <a:pPr algn="l">
              <a:defRPr sz="1650" b="0">
                <a:solidFill>
                  <a:srgbClr val="E1E0EA"/>
                </a:solidFill>
                <a:latin typeface="Arial"/>
                <a:ea typeface="Arial"/>
                <a:cs typeface="Arial"/>
              </a:defRPr>
            </a:pPr>
            <a:r>
              <a:rPr sz="1650" b="0">
                <a:solidFill>
                  <a:srgbClr val="E1E0EA"/>
                </a:solidFill>
                <a:latin typeface="Arial"/>
                <a:ea typeface="Arial"/>
                <a:cs typeface="Arial"/>
              </a:rPr>
              <a:t>Measure draft usefulness.</a:t>
            </a:r>
          </a:p>
          <a:p xmlns:a="http://schemas.openxmlformats.org/drawingml/2006/main">
            <a:pPr algn="l">
              <a:defRPr sz="1650" b="0">
                <a:solidFill>
                  <a:srgbClr val="E1E0EA"/>
                </a:solidFill>
                <a:latin typeface="Arial"/>
                <a:ea typeface="Arial"/>
                <a:cs typeface="Arial"/>
              </a:defRPr>
            </a:pPr>
            <a:r>
              <a:rPr sz="1650" b="0">
                <a:solidFill>
                  <a:srgbClr val="E1E0EA"/>
                </a:solidFill>
                <a:latin typeface="Arial"/>
                <a:ea typeface="Arial"/>
                <a:cs typeface="Arial"/>
              </a:rPr>
              <a:t>Confirm the full user journey.</a:t>
            </a:r>
          </a:p>
        </p:txBody>
      </p:sp>
      <p:sp>
        <p:nvSpPr>
          <p:cNvPr id="5" name="">
            <a:extLst xmlns:a="http://schemas.openxmlformats.org/drawingml/2006/main">
              <a:ext uri="{FF2B5EF4-FFF2-40B4-BE49-F238E27FC236}">
                <a16:creationId xmlns:a16="http://schemas.microsoft.com/office/drawing/2014/main" id="{E0D0EE86-F139-4837-A3B3-99A0F52D15D8}"/>
              </a:ext>
            </a:extLst>
          </p:cNvPr>
          <p:cNvSpPr>
            <a:spLocks xmlns:a="http://schemas.openxmlformats.org/drawingml/2006/main" noGrp="1"/>
          </p:cNvSpPr>
          <p:nvPr/>
        </p:nvSpPr>
        <p:spPr>
          <a:xfrm xmlns:a="http://schemas.openxmlformats.org/drawingml/2006/main">
            <a:off x="742950" y="5476875"/>
            <a:ext cx="628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D6FF4F"/>
                </a:solidFill>
                <a:latin typeface="Arial"/>
                <a:ea typeface="Arial"/>
                <a:cs typeface="Arial"/>
              </a:defRPr>
            </a:defPPr>
            <a:lvl1pPr algn="l">
              <a:defRPr sz="1800" b="1">
                <a:solidFill>
                  <a:srgbClr val="D6FF4F"/>
                </a:solidFill>
                <a:latin typeface="Arial"/>
                <a:ea typeface="Arial"/>
                <a:cs typeface="Arial"/>
              </a:defRPr>
            </a:lvl1pPr>
            <a:lvl2pPr algn="l">
              <a:defRPr sz="1800" b="1">
                <a:solidFill>
                  <a:srgbClr val="D6FF4F"/>
                </a:solidFill>
                <a:latin typeface="Arial"/>
                <a:ea typeface="Arial"/>
                <a:cs typeface="Arial"/>
              </a:defRPr>
            </a:lvl2pPr>
            <a:lvl3pPr algn="l">
              <a:defRPr sz="1800" b="1">
                <a:solidFill>
                  <a:srgbClr val="D6FF4F"/>
                </a:solidFill>
                <a:latin typeface="Arial"/>
                <a:ea typeface="Arial"/>
                <a:cs typeface="Arial"/>
              </a:defRPr>
            </a:lvl3pPr>
            <a:lvl4pPr algn="l">
              <a:defRPr sz="1800" b="1">
                <a:solidFill>
                  <a:srgbClr val="D6FF4F"/>
                </a:solidFill>
                <a:latin typeface="Arial"/>
                <a:ea typeface="Arial"/>
                <a:cs typeface="Arial"/>
              </a:defRPr>
            </a:lvl4pPr>
            <a:lvl5pPr algn="l">
              <a:defRPr sz="1800" b="1">
                <a:solidFill>
                  <a:srgbClr val="D6FF4F"/>
                </a:solidFill>
                <a:latin typeface="Arial"/>
                <a:ea typeface="Arial"/>
                <a:cs typeface="Arial"/>
              </a:defRPr>
            </a:lvl5pPr>
            <a:lvl6pPr algn="l">
              <a:defRPr sz="1800" b="1">
                <a:solidFill>
                  <a:srgbClr val="D6FF4F"/>
                </a:solidFill>
                <a:latin typeface="Arial"/>
                <a:ea typeface="Arial"/>
                <a:cs typeface="Arial"/>
              </a:defRPr>
            </a:lvl6pPr>
            <a:lvl7pPr algn="l">
              <a:defRPr sz="1800" b="1">
                <a:solidFill>
                  <a:srgbClr val="D6FF4F"/>
                </a:solidFill>
                <a:latin typeface="Arial"/>
                <a:ea typeface="Arial"/>
                <a:cs typeface="Arial"/>
              </a:defRPr>
            </a:lvl7pPr>
            <a:lvl8pPr algn="l">
              <a:defRPr sz="1800" b="1">
                <a:solidFill>
                  <a:srgbClr val="D6FF4F"/>
                </a:solidFill>
                <a:latin typeface="Arial"/>
                <a:ea typeface="Arial"/>
                <a:cs typeface="Arial"/>
              </a:defRPr>
            </a:lvl8pPr>
            <a:lvl9pPr algn="l">
              <a:defRPr sz="1800" b="1">
                <a:solidFill>
                  <a:srgbClr val="D6FF4F"/>
                </a:solidFill>
                <a:latin typeface="Arial"/>
                <a:ea typeface="Arial"/>
                <a:cs typeface="Arial"/>
              </a:defRPr>
            </a:lvl9pPr>
          </a:lstStyle>
          <a:p xmlns:a="http://schemas.openxmlformats.org/drawingml/2006/main">
            <a:pPr algn="l">
              <a:defRPr sz="1800" b="1">
                <a:solidFill>
                  <a:srgbClr val="D6FF4F"/>
                </a:solidFill>
                <a:latin typeface="Arial"/>
                <a:ea typeface="Arial"/>
                <a:cs typeface="Arial"/>
              </a:defRPr>
            </a:pPr>
            <a:r>
              <a:rPr sz="1800" b="1">
                <a:solidFill>
                  <a:srgbClr val="D6FF4F"/>
                </a:solidFill>
                <a:latin typeface="Arial"/>
                <a:ea typeface="Arial"/>
                <a:cs typeface="Arial"/>
              </a:rPr>
              <a:t>FIND FUNDING THAT FITS.</a:t>
            </a:r>
          </a:p>
        </p:txBody>
      </p:sp>
      <p:sp>
        <p:nvSpPr>
          <p:cNvPr id="6" name="">
            <a:extLst xmlns:a="http://schemas.openxmlformats.org/drawingml/2006/main">
              <a:ext uri="{FF2B5EF4-FFF2-40B4-BE49-F238E27FC236}">
                <a16:creationId xmlns:a16="http://schemas.microsoft.com/office/drawing/2014/main" id="{F17591F1-E4CD-45A4-BACE-EEEAC2F0BED3}"/>
              </a:ext>
            </a:extLst>
          </p:cNvPr>
          <p:cNvSpPr>
            <a:spLocks xmlns:a="http://schemas.openxmlformats.org/drawingml/2006/main" noGrp="1"/>
          </p:cNvSpPr>
          <p:nvPr/>
        </p:nvSpPr>
        <p:spPr>
          <a:xfrm xmlns:a="http://schemas.openxmlformats.org/drawingml/2006/main">
            <a:off x="7715250" y="581025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275" b="1">
                <a:solidFill>
                  <a:srgbClr val="D7CBFF"/>
                </a:solidFill>
                <a:latin typeface="Arial"/>
                <a:ea typeface="Arial"/>
                <a:cs typeface="Arial"/>
              </a:defRPr>
            </a:defPPr>
            <a:lvl1pPr algn="r">
              <a:defRPr sz="1275" b="1">
                <a:solidFill>
                  <a:srgbClr val="D7CBFF"/>
                </a:solidFill>
                <a:latin typeface="Arial"/>
                <a:ea typeface="Arial"/>
                <a:cs typeface="Arial"/>
              </a:defRPr>
            </a:lvl1pPr>
            <a:lvl2pPr algn="r">
              <a:defRPr sz="1275" b="1">
                <a:solidFill>
                  <a:srgbClr val="D7CBFF"/>
                </a:solidFill>
                <a:latin typeface="Arial"/>
                <a:ea typeface="Arial"/>
                <a:cs typeface="Arial"/>
              </a:defRPr>
            </a:lvl2pPr>
            <a:lvl3pPr algn="r">
              <a:defRPr sz="1275" b="1">
                <a:solidFill>
                  <a:srgbClr val="D7CBFF"/>
                </a:solidFill>
                <a:latin typeface="Arial"/>
                <a:ea typeface="Arial"/>
                <a:cs typeface="Arial"/>
              </a:defRPr>
            </a:lvl3pPr>
            <a:lvl4pPr algn="r">
              <a:defRPr sz="1275" b="1">
                <a:solidFill>
                  <a:srgbClr val="D7CBFF"/>
                </a:solidFill>
                <a:latin typeface="Arial"/>
                <a:ea typeface="Arial"/>
                <a:cs typeface="Arial"/>
              </a:defRPr>
            </a:lvl4pPr>
            <a:lvl5pPr algn="r">
              <a:defRPr sz="1275" b="1">
                <a:solidFill>
                  <a:srgbClr val="D7CBFF"/>
                </a:solidFill>
                <a:latin typeface="Arial"/>
                <a:ea typeface="Arial"/>
                <a:cs typeface="Arial"/>
              </a:defRPr>
            </a:lvl5pPr>
            <a:lvl6pPr algn="r">
              <a:defRPr sz="1275" b="1">
                <a:solidFill>
                  <a:srgbClr val="D7CBFF"/>
                </a:solidFill>
                <a:latin typeface="Arial"/>
                <a:ea typeface="Arial"/>
                <a:cs typeface="Arial"/>
              </a:defRPr>
            </a:lvl6pPr>
            <a:lvl7pPr algn="r">
              <a:defRPr sz="1275" b="1">
                <a:solidFill>
                  <a:srgbClr val="D7CBFF"/>
                </a:solidFill>
                <a:latin typeface="Arial"/>
                <a:ea typeface="Arial"/>
                <a:cs typeface="Arial"/>
              </a:defRPr>
            </a:lvl7pPr>
            <a:lvl8pPr algn="r">
              <a:defRPr sz="1275" b="1">
                <a:solidFill>
                  <a:srgbClr val="D7CBFF"/>
                </a:solidFill>
                <a:latin typeface="Arial"/>
                <a:ea typeface="Arial"/>
                <a:cs typeface="Arial"/>
              </a:defRPr>
            </a:lvl8pPr>
            <a:lvl9pPr algn="r">
              <a:defRPr sz="1275" b="1">
                <a:solidFill>
                  <a:srgbClr val="D7CBFF"/>
                </a:solidFill>
                <a:latin typeface="Arial"/>
                <a:ea typeface="Arial"/>
                <a:cs typeface="Arial"/>
              </a:defRPr>
            </a:lvl9pPr>
          </a:lstStyle>
          <a:p xmlns:a="http://schemas.openxmlformats.org/drawingml/2006/main">
            <a:pPr algn="r">
              <a:defRPr sz="1275" b="1">
                <a:solidFill>
                  <a:srgbClr val="D7CBFF"/>
                </a:solidFill>
                <a:latin typeface="Arial"/>
                <a:ea typeface="Arial"/>
                <a:cs typeface="Arial"/>
              </a:defRPr>
            </a:pPr>
            <a:r>
              <a:rPr sz="1275" b="1">
                <a:solidFill>
                  <a:srgbClr val="D7CBFF"/>
                </a:solidFill>
                <a:latin typeface="Arial"/>
                <a:ea typeface="Arial"/>
                <a:cs typeface="Arial"/>
              </a:rPr>
              <a:t>autogrant-sigma.vercel.app</a:t>
            </a:r>
          </a:p>
        </p:txBody>
      </p:sp>
      <p:sp>
        <p:nvSpPr>
          <p:cNvPr id="7" name="">
            <a:extLst xmlns:a="http://schemas.openxmlformats.org/drawingml/2006/main">
              <a:ext uri="{FF2B5EF4-FFF2-40B4-BE49-F238E27FC236}">
                <a16:creationId xmlns:a16="http://schemas.microsoft.com/office/drawing/2014/main" id="{0881A038-EE18-457C-981D-16E1BE2F94A9}"/>
              </a:ext>
            </a:extLst>
          </p:cNvPr>
          <p:cNvSpPr>
            <a:spLocks xmlns:a="http://schemas.openxmlformats.org/drawingml/2006/main" noGrp="1"/>
          </p:cNvSpPr>
          <p:nvPr/>
        </p:nvSpPr>
        <p:spPr>
          <a:xfrm xmlns:a="http://schemas.openxmlformats.org/drawingml/2006/main">
            <a:off x="685800" y="64865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B7B7C8"/>
                </a:solidFill>
                <a:latin typeface="Arial"/>
                <a:ea typeface="Arial"/>
                <a:cs typeface="Arial"/>
              </a:defRPr>
            </a:defPPr>
            <a:lvl1pPr algn="l">
              <a:defRPr sz="900" b="1">
                <a:solidFill>
                  <a:srgbClr val="B7B7C8"/>
                </a:solidFill>
                <a:latin typeface="Arial"/>
                <a:ea typeface="Arial"/>
                <a:cs typeface="Arial"/>
              </a:defRPr>
            </a:lvl1pPr>
            <a:lvl2pPr algn="l">
              <a:defRPr sz="900" b="1">
                <a:solidFill>
                  <a:srgbClr val="B7B7C8"/>
                </a:solidFill>
                <a:latin typeface="Arial"/>
                <a:ea typeface="Arial"/>
                <a:cs typeface="Arial"/>
              </a:defRPr>
            </a:lvl2pPr>
            <a:lvl3pPr algn="l">
              <a:defRPr sz="900" b="1">
                <a:solidFill>
                  <a:srgbClr val="B7B7C8"/>
                </a:solidFill>
                <a:latin typeface="Arial"/>
                <a:ea typeface="Arial"/>
                <a:cs typeface="Arial"/>
              </a:defRPr>
            </a:lvl3pPr>
            <a:lvl4pPr algn="l">
              <a:defRPr sz="900" b="1">
                <a:solidFill>
                  <a:srgbClr val="B7B7C8"/>
                </a:solidFill>
                <a:latin typeface="Arial"/>
                <a:ea typeface="Arial"/>
                <a:cs typeface="Arial"/>
              </a:defRPr>
            </a:lvl4pPr>
            <a:lvl5pPr algn="l">
              <a:defRPr sz="900" b="1">
                <a:solidFill>
                  <a:srgbClr val="B7B7C8"/>
                </a:solidFill>
                <a:latin typeface="Arial"/>
                <a:ea typeface="Arial"/>
                <a:cs typeface="Arial"/>
              </a:defRPr>
            </a:lvl5pPr>
            <a:lvl6pPr algn="l">
              <a:defRPr sz="900" b="1">
                <a:solidFill>
                  <a:srgbClr val="B7B7C8"/>
                </a:solidFill>
                <a:latin typeface="Arial"/>
                <a:ea typeface="Arial"/>
                <a:cs typeface="Arial"/>
              </a:defRPr>
            </a:lvl6pPr>
            <a:lvl7pPr algn="l">
              <a:defRPr sz="900" b="1">
                <a:solidFill>
                  <a:srgbClr val="B7B7C8"/>
                </a:solidFill>
                <a:latin typeface="Arial"/>
                <a:ea typeface="Arial"/>
                <a:cs typeface="Arial"/>
              </a:defRPr>
            </a:lvl7pPr>
            <a:lvl8pPr algn="l">
              <a:defRPr sz="900" b="1">
                <a:solidFill>
                  <a:srgbClr val="B7B7C8"/>
                </a:solidFill>
                <a:latin typeface="Arial"/>
                <a:ea typeface="Arial"/>
                <a:cs typeface="Arial"/>
              </a:defRPr>
            </a:lvl8pPr>
            <a:lvl9pPr algn="l">
              <a:defRPr sz="900" b="1">
                <a:solidFill>
                  <a:srgbClr val="B7B7C8"/>
                </a:solidFill>
                <a:latin typeface="Arial"/>
                <a:ea typeface="Arial"/>
                <a:cs typeface="Arial"/>
              </a:defRPr>
            </a:lvl9pPr>
          </a:lstStyle>
          <a:p xmlns:a="http://schemas.openxmlformats.org/drawingml/2006/main">
            <a:pPr algn="l">
              <a:defRPr sz="900" b="1">
                <a:solidFill>
                  <a:srgbClr val="B7B7C8"/>
                </a:solidFill>
                <a:latin typeface="Arial"/>
                <a:ea typeface="Arial"/>
                <a:cs typeface="Arial"/>
              </a:defRPr>
            </a:pPr>
            <a:r>
              <a:rPr sz="900" b="1">
                <a:solidFill>
                  <a:srgbClr val="B7B7C8"/>
                </a:solidFill>
                <a:latin typeface="Arial"/>
                <a:ea typeface="Arial"/>
                <a:cs typeface="Arial"/>
              </a:rPr>
              <a:t>AUTOGRANT  /  AZINHACK 2026</a:t>
            </a:r>
          </a:p>
        </p:txBody>
      </p:sp>
      <p:sp>
        <p:nvSpPr>
          <p:cNvPr id="8" name="">
            <a:extLst xmlns:a="http://schemas.openxmlformats.org/drawingml/2006/main">
              <a:ext uri="{FF2B5EF4-FFF2-40B4-BE49-F238E27FC236}">
                <a16:creationId xmlns:a16="http://schemas.microsoft.com/office/drawing/2014/main" id="{79ED4540-6071-4BB3-A735-ABC860A14901}"/>
              </a:ext>
            </a:extLst>
          </p:cNvPr>
          <p:cNvSpPr>
            <a:spLocks xmlns:a="http://schemas.openxmlformats.org/drawingml/2006/main" noGrp="1"/>
          </p:cNvSpPr>
          <p:nvPr/>
        </p:nvSpPr>
        <p:spPr>
          <a:xfrm xmlns:a="http://schemas.openxmlformats.org/drawingml/2006/main">
            <a:off x="10668000" y="6486525"/>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B7B7C8"/>
                </a:solidFill>
                <a:latin typeface="Arial"/>
                <a:ea typeface="Arial"/>
                <a:cs typeface="Arial"/>
              </a:defRPr>
            </a:defPPr>
            <a:lvl1pPr algn="r">
              <a:defRPr sz="900" b="1">
                <a:solidFill>
                  <a:srgbClr val="B7B7C8"/>
                </a:solidFill>
                <a:latin typeface="Arial"/>
                <a:ea typeface="Arial"/>
                <a:cs typeface="Arial"/>
              </a:defRPr>
            </a:lvl1pPr>
            <a:lvl2pPr algn="r">
              <a:defRPr sz="900" b="1">
                <a:solidFill>
                  <a:srgbClr val="B7B7C8"/>
                </a:solidFill>
                <a:latin typeface="Arial"/>
                <a:ea typeface="Arial"/>
                <a:cs typeface="Arial"/>
              </a:defRPr>
            </a:lvl2pPr>
            <a:lvl3pPr algn="r">
              <a:defRPr sz="900" b="1">
                <a:solidFill>
                  <a:srgbClr val="B7B7C8"/>
                </a:solidFill>
                <a:latin typeface="Arial"/>
                <a:ea typeface="Arial"/>
                <a:cs typeface="Arial"/>
              </a:defRPr>
            </a:lvl3pPr>
            <a:lvl4pPr algn="r">
              <a:defRPr sz="900" b="1">
                <a:solidFill>
                  <a:srgbClr val="B7B7C8"/>
                </a:solidFill>
                <a:latin typeface="Arial"/>
                <a:ea typeface="Arial"/>
                <a:cs typeface="Arial"/>
              </a:defRPr>
            </a:lvl4pPr>
            <a:lvl5pPr algn="r">
              <a:defRPr sz="900" b="1">
                <a:solidFill>
                  <a:srgbClr val="B7B7C8"/>
                </a:solidFill>
                <a:latin typeface="Arial"/>
                <a:ea typeface="Arial"/>
                <a:cs typeface="Arial"/>
              </a:defRPr>
            </a:lvl5pPr>
            <a:lvl6pPr algn="r">
              <a:defRPr sz="900" b="1">
                <a:solidFill>
                  <a:srgbClr val="B7B7C8"/>
                </a:solidFill>
                <a:latin typeface="Arial"/>
                <a:ea typeface="Arial"/>
                <a:cs typeface="Arial"/>
              </a:defRPr>
            </a:lvl6pPr>
            <a:lvl7pPr algn="r">
              <a:defRPr sz="900" b="1">
                <a:solidFill>
                  <a:srgbClr val="B7B7C8"/>
                </a:solidFill>
                <a:latin typeface="Arial"/>
                <a:ea typeface="Arial"/>
                <a:cs typeface="Arial"/>
              </a:defRPr>
            </a:lvl7pPr>
            <a:lvl8pPr algn="r">
              <a:defRPr sz="900" b="1">
                <a:solidFill>
                  <a:srgbClr val="B7B7C8"/>
                </a:solidFill>
                <a:latin typeface="Arial"/>
                <a:ea typeface="Arial"/>
                <a:cs typeface="Arial"/>
              </a:defRPr>
            </a:lvl8pPr>
            <a:lvl9pPr algn="r">
              <a:defRPr sz="900" b="1">
                <a:solidFill>
                  <a:srgbClr val="B7B7C8"/>
                </a:solidFill>
                <a:latin typeface="Arial"/>
                <a:ea typeface="Arial"/>
                <a:cs typeface="Arial"/>
              </a:defRPr>
            </a:lvl9pPr>
          </a:lstStyle>
          <a:p xmlns:a="http://schemas.openxmlformats.org/drawingml/2006/main">
            <a:pPr algn="r">
              <a:defRPr sz="900" b="1">
                <a:solidFill>
                  <a:srgbClr val="B7B7C8"/>
                </a:solidFill>
                <a:latin typeface="Arial"/>
                <a:ea typeface="Arial"/>
                <a:cs typeface="Arial"/>
              </a:defRPr>
            </a:pPr>
            <a:r>
              <a:rPr sz="900" b="1">
                <a:solidFill>
                  <a:srgbClr val="B7B7C8"/>
                </a:solidFill>
                <a:latin typeface="Arial"/>
                <a:ea typeface="Arial"/>
                <a:cs typeface="Arial"/>
              </a:rPr>
              <a:t>08 / 08</a:t>
            </a:r>
          </a:p>
        </p:txBody>
      </p:sp>
    </p:spTree>
    <p:extLst>
      <p:ext uri="{BB962C8B-B14F-4D97-AF65-F5344CB8AC3E}">
        <p14:creationId xmlns:p14="http://schemas.microsoft.com/office/powerpoint/2010/main" val="5127938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2026-10-18T13:56:04.2460000Z</dcterms:created>
  <dcterms:modified xsi:type="dcterms:W3CDTF">2026-10-18T13:56:04.2460000Z</dcterms:modified>
</coreProperties>
</file>