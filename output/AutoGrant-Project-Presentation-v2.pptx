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efeec71ec24287" /><Relationship Type="http://schemas.openxmlformats.org/officeDocument/2006/relationships/extended-properties" Target="/docProps/app.xml" Id="R3815e82eacaf450b" /><Relationship Type="http://schemas.openxmlformats.org/officeDocument/2006/relationships/officeDocument" Target="/ppt/presentation.xml" Id="Rf293a3475e21478a" /></Relationships>
</file>

<file path=ppt/presentation.xml><?xml version="1.0" encoding="utf-8"?>
<p:presentation xmlns:p="http://schemas.openxmlformats.org/presentationml/2006/main">
  <p:sldMasterIdLst>
    <p:sldMasterId xmlns:r="http://schemas.openxmlformats.org/officeDocument/2006/relationships" id="2147483648" r:id="Reb934f7ecdff40ce"/>
  </p:sldMasterIdLst>
  <p:notesMasterIdLst>
    <p:notesMasterId xmlns:r="http://schemas.openxmlformats.org/officeDocument/2006/relationships" r:id="R5b49705c87c14363"/>
  </p:notesMasterIdLst>
  <p:sldIdLst>
    <p:sldId xmlns:r="http://schemas.openxmlformats.org/officeDocument/2006/relationships" id="256" r:id="Re059be6a48314481"/>
    <p:sldId xmlns:r="http://schemas.openxmlformats.org/officeDocument/2006/relationships" id="257" r:id="R218aef485f934650"/>
    <p:sldId xmlns:r="http://schemas.openxmlformats.org/officeDocument/2006/relationships" id="258" r:id="R658daa56e55c4c13"/>
    <p:sldId xmlns:r="http://schemas.openxmlformats.org/officeDocument/2006/relationships" id="259" r:id="R3cf0e795456f43fa"/>
    <p:sldId xmlns:r="http://schemas.openxmlformats.org/officeDocument/2006/relationships" id="260" r:id="R057fa68676654b0d"/>
    <p:sldId xmlns:r="http://schemas.openxmlformats.org/officeDocument/2006/relationships" id="261" r:id="Rd38f7f59befe4823"/>
    <p:sldId xmlns:r="http://schemas.openxmlformats.org/officeDocument/2006/relationships" id="262" r:id="R699ed2cb9bc449df"/>
    <p:sldId xmlns:r="http://schemas.openxmlformats.org/officeDocument/2006/relationships" id="263" r:id="Rd8c4ca3f977248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0c6252d240423c" /><Relationship Type="http://schemas.openxmlformats.org/officeDocument/2006/relationships/slideMaster" Target="/ppt/slideMasters/slideMaster1.xml" Id="Reb934f7ecdff40ce" /><Relationship Type="http://schemas.openxmlformats.org/officeDocument/2006/relationships/notesMaster" Target="/ppt/notesMasters/notesMaster1.xml" Id="R5b49705c87c14363" /><Relationship Type="http://schemas.openxmlformats.org/officeDocument/2006/relationships/presProps" Target="/ppt/presProps.xml" Id="Rbcb76d493a3745f5" /><Relationship Type="http://schemas.openxmlformats.org/officeDocument/2006/relationships/tableStyles" Target="/ppt/tableStyles.xml" Id="Rc5c3ea22db2244b6" /><Relationship Type="http://schemas.openxmlformats.org/officeDocument/2006/relationships/slide" Target="/ppt/slides/slide1.xml" Id="Re059be6a48314481" /><Relationship Type="http://schemas.openxmlformats.org/officeDocument/2006/relationships/slide" Target="/ppt/slides/slide2.xml" Id="R218aef485f934650" /><Relationship Type="http://schemas.openxmlformats.org/officeDocument/2006/relationships/slide" Target="/ppt/slides/slide3.xml" Id="R658daa56e55c4c13" /><Relationship Type="http://schemas.openxmlformats.org/officeDocument/2006/relationships/slide" Target="/ppt/slides/slide4.xml" Id="R3cf0e795456f43fa" /><Relationship Type="http://schemas.openxmlformats.org/officeDocument/2006/relationships/slide" Target="/ppt/slides/slide5.xml" Id="R057fa68676654b0d" /><Relationship Type="http://schemas.openxmlformats.org/officeDocument/2006/relationships/slide" Target="/ppt/slides/slide6.xml" Id="Rd38f7f59befe4823" /><Relationship Type="http://schemas.openxmlformats.org/officeDocument/2006/relationships/slide" Target="/ppt/slides/slide7.xml" Id="R699ed2cb9bc449df" /><Relationship Type="http://schemas.openxmlformats.org/officeDocument/2006/relationships/slide" Target="/ppt/slides/slide8.xml" Id="Rd8c4ca3f977248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ac7415fa224c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3839e0d2f4412d" /><Relationship Type="http://schemas.openxmlformats.org/officeDocument/2006/relationships/notesMaster" Target="/ppt/notesMasters/notesMaster1.xml" Id="Rfb41d60aed204b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48881dade648c6" /><Relationship Type="http://schemas.openxmlformats.org/officeDocument/2006/relationships/notesMaster" Target="/ppt/notesMasters/notesMaster1.xml" Id="Rc505b78dbf9a45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7b2adc12a94db4" /><Relationship Type="http://schemas.openxmlformats.org/officeDocument/2006/relationships/notesMaster" Target="/ppt/notesMasters/notesMaster1.xml" Id="R4b75d415aeca4e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a64d668b4144a9" /><Relationship Type="http://schemas.openxmlformats.org/officeDocument/2006/relationships/notesMaster" Target="/ppt/notesMasters/notesMaster1.xml" Id="R443003e177fd4a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9c82563e3349fb" /><Relationship Type="http://schemas.openxmlformats.org/officeDocument/2006/relationships/notesMaster" Target="/ppt/notesMasters/notesMaster1.xml" Id="R23f892c03b7845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dad579c96544ac" /><Relationship Type="http://schemas.openxmlformats.org/officeDocument/2006/relationships/notesMaster" Target="/ppt/notesMasters/notesMaster1.xml" Id="Rbde4993948804c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8c1b9ff2a8468a" /><Relationship Type="http://schemas.openxmlformats.org/officeDocument/2006/relationships/notesMaster" Target="/ppt/notesMasters/notesMaster1.xml" Id="Rfa4a031b64e744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99a303b7bd482e" /><Relationship Type="http://schemas.openxmlformats.org/officeDocument/2006/relationships/notesMaster" Target="/ppt/notesMasters/notesMaster1.xml" Id="Re93857d1a5ed4e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AutoGrant is an early-stage product prototype. The cover image is an illustrative generated artwork, not a photograph of a real founder or grant application. Sources: README.md; live Vercel deployment: https://autogrant-sigma.vercel.app (team authentication is enabled).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product problem framing, not a quantified market claim. The workflow is inferred from the discovery, scoring and drafting capabilities described in README.md and implemented under app/api and python-service/app/services.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from the repository’s launch-video visual. Its sample grant names, match scores and details are explicitly illustrative. Product flow and provider roles are described in README.md and python-service/app/services/tinyfish.py and gemini.py.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routes include signup, login and dashboard. The README explains that starting a run requires explicit confirmation, that the founder reviews and edits draft answers, and that provider-account forms requiring sign-in are completed by the founder on the provider site. Sources: app/dashboard/Dashboard.tsx;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verified from the Next.js API proxy and routes, Firebase client config and FastAPI service. Sources: app/api/_proxy.ts; app/api/*/route.ts; lib/firebase.ts; python-service/app/main.py; python-service/app/auth.py; python-service/app/services/firestore.py;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README states that runs require explicit confirmation, no passwords or MFA codes are passed, and a run is marked submitted only when the TinyFish response contains submitted: true plus a confirmation number or URL. Other ambiguous outcomes remain unknown. Sources: README.md; python-service/app/services/tinyfish.py; python-service/app/main.py.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README identifies AutoGrant as an early-stage prototype, says no verified founder reviews are published and cautions that grant listings and eligibility must be confirmed. The frontend production URL requires Vercel team authentication. Docker image publishing succeeded in GitHub Actions run 39132047083. Sources: README.md; GitHub Actions run https://github.com/Krezmitent/AzinHack-2026/actions/runs/39132047083; https://autogrant-sigma.vercel.app.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recommended validation steps, not completed work or promised milestones. The deployment is currently restricted by Vercel team authentication. No market size, customer count, grant count or success rate is claimed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ade2acd65e47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5ed3dacd1f4c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d30470bc2449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8b4f9e679145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62d625981542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7359a0657b4c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D29696-C011-471A-B7B7-FFA06D05C72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B47ABCA-901B-4929-AEBB-87ADBA48195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594C56-3C39-4EBE-AD46-A04D065BC7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886580-2975-4737-9EF3-36F36FFAF0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604D1E5-347D-4505-B570-948BB83E45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354345-7A6B-4E83-BFCC-83974CD99D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FE69A7-2FBD-450C-A48E-8162583913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E274E0C-2F11-4561-B4CF-4A5D96E0C7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C972DB-6054-4942-820F-3260798521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938724-651C-40A9-999C-872F3966B4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1b735ed18d4e81" /><Relationship Type="http://schemas.openxmlformats.org/officeDocument/2006/relationships/slideLayout" Target="/ppt/slideLayouts/slideLayout1.xml" Id="Rdcffdd70a0ac43fc" /><Relationship Type="http://schemas.openxmlformats.org/officeDocument/2006/relationships/slideLayout" Target="/ppt/slideLayouts/slideLayout2.xml" Id="R89c61becee40413e" /><Relationship Type="http://schemas.openxmlformats.org/officeDocument/2006/relationships/slideLayout" Target="/ppt/slideLayouts/slideLayout3.xml" Id="Re3a44624a54a4943" /><Relationship Type="http://schemas.openxmlformats.org/officeDocument/2006/relationships/slideLayout" Target="/ppt/slideLayouts/slideLayout4.xml" Id="Rc2b96578ae234aa8" /><Relationship Type="http://schemas.openxmlformats.org/officeDocument/2006/relationships/slideLayout" Target="/ppt/slideLayouts/slideLayout5.xml" Id="Rb8f1f7fb69ab46a6" /><Relationship Type="http://schemas.openxmlformats.org/officeDocument/2006/relationships/slideLayout" Target="/ppt/slideLayouts/slideLayout6.xml" Id="R455b6fdb24f44d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ffdd70a0ac43fc"/>
    <p:sldLayoutId xmlns:r="http://schemas.openxmlformats.org/officeDocument/2006/relationships" id="2147483650" r:id="R89c61becee40413e"/>
    <p:sldLayoutId xmlns:r="http://schemas.openxmlformats.org/officeDocument/2006/relationships" id="2147483651" r:id="Re3a44624a54a4943"/>
    <p:sldLayoutId xmlns:r="http://schemas.openxmlformats.org/officeDocument/2006/relationships" id="2147483652" r:id="Rc2b96578ae234aa8"/>
    <p:sldLayoutId xmlns:r="http://schemas.openxmlformats.org/officeDocument/2006/relationships" id="2147483653" r:id="Rb8f1f7fb69ab46a6"/>
    <p:sldLayoutId xmlns:r="http://schemas.openxmlformats.org/officeDocument/2006/relationships" id="2147483654" r:id="R455b6fdb24f44d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c7fb277bf84a50" /><Relationship Type="http://schemas.openxmlformats.org/officeDocument/2006/relationships/image" Target="/ppt/media/image.png" Id="Rf144033aa2114f7a" /><Relationship Type="http://schemas.openxmlformats.org/officeDocument/2006/relationships/notesSlide" Target="/ppt/notesSlides/notesSlide1.xml" Id="Rdb8f94e9804741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6a0bfe3da4b4730" /><Relationship Type="http://schemas.openxmlformats.org/officeDocument/2006/relationships/notesSlide" Target="/ppt/notesSlides/notesSlide2.xml" Id="R0b5e757420434d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064675052e44c4" /><Relationship Type="http://schemas.openxmlformats.org/officeDocument/2006/relationships/image" Target="/ppt/media/image.jpeg" Id="R6f6b23072e3c4edc" /><Relationship Type="http://schemas.openxmlformats.org/officeDocument/2006/relationships/notesSlide" Target="/ppt/notesSlides/notesSlide3.xml" Id="Rf599cdbdc1764d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3afb16f63544d5b" /><Relationship Type="http://schemas.openxmlformats.org/officeDocument/2006/relationships/notesSlide" Target="/ppt/notesSlides/notesSlide4.xml" Id="R5f46cf645d0a4c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6e7c1b0c50b460e" /><Relationship Type="http://schemas.openxmlformats.org/officeDocument/2006/relationships/notesSlide" Target="/ppt/notesSlides/notesSlide5.xml" Id="Ra5e923f8fff148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0f9d85b25714eca" /><Relationship Type="http://schemas.openxmlformats.org/officeDocument/2006/relationships/notesSlide" Target="/ppt/notesSlides/notesSlide6.xml" Id="R83cfabaa099f44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1e5b08bf73461b" /><Relationship Type="http://schemas.openxmlformats.org/officeDocument/2006/relationships/notesSlide" Target="/ppt/notesSlides/notesSlide7.xml" Id="R11facd15b2b945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d9a92dd31fe4065" /><Relationship Type="http://schemas.openxmlformats.org/officeDocument/2006/relationships/notesSlide" Target="/ppt/notesSlides/notesSlide8.xml" Id="Rc16ff0745fe64e57" /></Relationships>
</file>

<file path=ppt/slides/slide1.xml><?xml version="1.0" encoding="utf-8"?>
<p:sld xmlns:p="http://schemas.openxmlformats.org/presentationml/2006/main">
  <p:cSld>
    <p:bg>
      <p:bgPr>
        <a:solidFill xmlns:a="http://schemas.openxmlformats.org/drawingml/2006/main">
          <a:srgbClr val="101225"/>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A92F7E5-75B1-432F-808D-A02BA41B7241}"/>
              </a:ext>
            </a:extLst>
          </p:cNvPr>
          <p:cNvPicPr>
            <a:picLocks xmlns:a="http://schemas.openxmlformats.org/drawingml/2006/main" noChangeAspect="1"/>
          </p:cNvPicPr>
          <p:nvPr/>
        </p:nvPicPr>
        <p:blipFill>
          <a:blip xmlns:r="http://schemas.openxmlformats.org/officeDocument/2006/relationships" xmlns:a="http://schemas.openxmlformats.org/drawingml/2006/main" r:embed="Rf144033aa2114f7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595026-0AF5-4331-8A8F-17C28979317C}"/>
              </a:ext>
            </a:extLst>
          </p:cNvPr>
          <p:cNvSpPr>
            <a:spLocks xmlns:a="http://schemas.openxmlformats.org/drawingml/2006/main" noGrp="1"/>
          </p:cNvSpPr>
          <p:nvPr/>
        </p:nvSpPr>
        <p:spPr>
          <a:xfrm xmlns:a="http://schemas.openxmlformats.org/drawingml/2006/main">
            <a:off x="742950" y="6667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D5D0FF"/>
                </a:solidFill>
                <a:latin typeface="Arial"/>
                <a:ea typeface="Arial"/>
                <a:cs typeface="Arial"/>
              </a:defRPr>
            </a:defPPr>
            <a:lvl1pPr algn="l">
              <a:defRPr sz="1275" b="1">
                <a:solidFill>
                  <a:srgbClr val="D5D0FF"/>
                </a:solidFill>
                <a:latin typeface="Arial"/>
                <a:ea typeface="Arial"/>
                <a:cs typeface="Arial"/>
              </a:defRPr>
            </a:lvl1pPr>
            <a:lvl2pPr algn="l">
              <a:defRPr sz="1275" b="1">
                <a:solidFill>
                  <a:srgbClr val="D5D0FF"/>
                </a:solidFill>
                <a:latin typeface="Arial"/>
                <a:ea typeface="Arial"/>
                <a:cs typeface="Arial"/>
              </a:defRPr>
            </a:lvl2pPr>
            <a:lvl3pPr algn="l">
              <a:defRPr sz="1275" b="1">
                <a:solidFill>
                  <a:srgbClr val="D5D0FF"/>
                </a:solidFill>
                <a:latin typeface="Arial"/>
                <a:ea typeface="Arial"/>
                <a:cs typeface="Arial"/>
              </a:defRPr>
            </a:lvl3pPr>
            <a:lvl4pPr algn="l">
              <a:defRPr sz="1275" b="1">
                <a:solidFill>
                  <a:srgbClr val="D5D0FF"/>
                </a:solidFill>
                <a:latin typeface="Arial"/>
                <a:ea typeface="Arial"/>
                <a:cs typeface="Arial"/>
              </a:defRPr>
            </a:lvl4pPr>
            <a:lvl5pPr algn="l">
              <a:defRPr sz="1275" b="1">
                <a:solidFill>
                  <a:srgbClr val="D5D0FF"/>
                </a:solidFill>
                <a:latin typeface="Arial"/>
                <a:ea typeface="Arial"/>
                <a:cs typeface="Arial"/>
              </a:defRPr>
            </a:lvl5pPr>
            <a:lvl6pPr algn="l">
              <a:defRPr sz="1275" b="1">
                <a:solidFill>
                  <a:srgbClr val="D5D0FF"/>
                </a:solidFill>
                <a:latin typeface="Arial"/>
                <a:ea typeface="Arial"/>
                <a:cs typeface="Arial"/>
              </a:defRPr>
            </a:lvl6pPr>
            <a:lvl7pPr algn="l">
              <a:defRPr sz="1275" b="1">
                <a:solidFill>
                  <a:srgbClr val="D5D0FF"/>
                </a:solidFill>
                <a:latin typeface="Arial"/>
                <a:ea typeface="Arial"/>
                <a:cs typeface="Arial"/>
              </a:defRPr>
            </a:lvl7pPr>
            <a:lvl8pPr algn="l">
              <a:defRPr sz="1275" b="1">
                <a:solidFill>
                  <a:srgbClr val="D5D0FF"/>
                </a:solidFill>
                <a:latin typeface="Arial"/>
                <a:ea typeface="Arial"/>
                <a:cs typeface="Arial"/>
              </a:defRPr>
            </a:lvl8pPr>
            <a:lvl9pPr algn="l">
              <a:defRPr sz="1275" b="1">
                <a:solidFill>
                  <a:srgbClr val="D5D0FF"/>
                </a:solidFill>
                <a:latin typeface="Arial"/>
                <a:ea typeface="Arial"/>
                <a:cs typeface="Arial"/>
              </a:defRPr>
            </a:lvl9pPr>
          </a:lstStyle>
          <a:p xmlns:a="http://schemas.openxmlformats.org/drawingml/2006/main">
            <a:pPr algn="l">
              <a:defRPr sz="1275" b="1">
                <a:solidFill>
                  <a:srgbClr val="D5D0FF"/>
                </a:solidFill>
                <a:latin typeface="Arial"/>
                <a:ea typeface="Arial"/>
                <a:cs typeface="Arial"/>
              </a:defRPr>
            </a:pPr>
            <a:r>
              <a:rPr sz="1275" b="1">
                <a:solidFill>
                  <a:srgbClr val="D5D0FF"/>
                </a:solidFill>
                <a:latin typeface="Arial"/>
                <a:ea typeface="Arial"/>
                <a:cs typeface="Arial"/>
              </a:rPr>
              <a:t>AUTOGRANT</a:t>
            </a:r>
          </a:p>
        </p:txBody>
      </p:sp>
      <p:sp>
        <p:nvSpPr>
          <p:cNvPr id="3" name="">
            <a:extLst xmlns:a="http://schemas.openxmlformats.org/drawingml/2006/main">
              <a:ext uri="{FF2B5EF4-FFF2-40B4-BE49-F238E27FC236}">
                <a16:creationId xmlns:a16="http://schemas.microsoft.com/office/drawing/2014/main" id="{722F3204-B4F7-4170-8A63-68A618DCA44A}"/>
              </a:ext>
            </a:extLst>
          </p:cNvPr>
          <p:cNvSpPr>
            <a:spLocks xmlns:a="http://schemas.openxmlformats.org/drawingml/2006/main" noGrp="1"/>
          </p:cNvSpPr>
          <p:nvPr/>
        </p:nvSpPr>
        <p:spPr>
          <a:xfrm xmlns:a="http://schemas.openxmlformats.org/drawingml/2006/main">
            <a:off x="723900" y="2095500"/>
            <a:ext cx="561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a:solidFill>
                  <a:srgbClr val="FFFFFF"/>
                </a:solidFill>
                <a:latin typeface="Arial"/>
                <a:ea typeface="Arial"/>
                <a:cs typeface="Arial"/>
              </a:defRPr>
            </a:defPPr>
            <a:lvl1pPr algn="l">
              <a:defRPr sz="4650" b="1">
                <a:solidFill>
                  <a:srgbClr val="FFFFFF"/>
                </a:solidFill>
                <a:latin typeface="Arial"/>
                <a:ea typeface="Arial"/>
                <a:cs typeface="Arial"/>
              </a:defRPr>
            </a:lvl1pPr>
            <a:lvl2pPr algn="l">
              <a:defRPr sz="4650" b="1">
                <a:solidFill>
                  <a:srgbClr val="FFFFFF"/>
                </a:solidFill>
                <a:latin typeface="Arial"/>
                <a:ea typeface="Arial"/>
                <a:cs typeface="Arial"/>
              </a:defRPr>
            </a:lvl2pPr>
            <a:lvl3pPr algn="l">
              <a:defRPr sz="4650" b="1">
                <a:solidFill>
                  <a:srgbClr val="FFFFFF"/>
                </a:solidFill>
                <a:latin typeface="Arial"/>
                <a:ea typeface="Arial"/>
                <a:cs typeface="Arial"/>
              </a:defRPr>
            </a:lvl3pPr>
            <a:lvl4pPr algn="l">
              <a:defRPr sz="4650" b="1">
                <a:solidFill>
                  <a:srgbClr val="FFFFFF"/>
                </a:solidFill>
                <a:latin typeface="Arial"/>
                <a:ea typeface="Arial"/>
                <a:cs typeface="Arial"/>
              </a:defRPr>
            </a:lvl4pPr>
            <a:lvl5pPr algn="l">
              <a:defRPr sz="4650" b="1">
                <a:solidFill>
                  <a:srgbClr val="FFFFFF"/>
                </a:solidFill>
                <a:latin typeface="Arial"/>
                <a:ea typeface="Arial"/>
                <a:cs typeface="Arial"/>
              </a:defRPr>
            </a:lvl5pPr>
            <a:lvl6pPr algn="l">
              <a:defRPr sz="4650" b="1">
                <a:solidFill>
                  <a:srgbClr val="FFFFFF"/>
                </a:solidFill>
                <a:latin typeface="Arial"/>
                <a:ea typeface="Arial"/>
                <a:cs typeface="Arial"/>
              </a:defRPr>
            </a:lvl6pPr>
            <a:lvl7pPr algn="l">
              <a:defRPr sz="4650" b="1">
                <a:solidFill>
                  <a:srgbClr val="FFFFFF"/>
                </a:solidFill>
                <a:latin typeface="Arial"/>
                <a:ea typeface="Arial"/>
                <a:cs typeface="Arial"/>
              </a:defRPr>
            </a:lvl7pPr>
            <a:lvl8pPr algn="l">
              <a:defRPr sz="4650" b="1">
                <a:solidFill>
                  <a:srgbClr val="FFFFFF"/>
                </a:solidFill>
                <a:latin typeface="Arial"/>
                <a:ea typeface="Arial"/>
                <a:cs typeface="Arial"/>
              </a:defRPr>
            </a:lvl8pPr>
            <a:lvl9pPr algn="l">
              <a:defRPr sz="4650" b="1">
                <a:solidFill>
                  <a:srgbClr val="FFFFFF"/>
                </a:solidFill>
                <a:latin typeface="Arial"/>
                <a:ea typeface="Arial"/>
                <a:cs typeface="Arial"/>
              </a:defRPr>
            </a:lvl9pPr>
          </a:lstStyle>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Funding discovery</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for founders</a:t>
            </a:r>
          </a:p>
        </p:txBody>
      </p:sp>
      <p:sp>
        <p:nvSpPr>
          <p:cNvPr id="4" name="">
            <a:extLst xmlns:a="http://schemas.openxmlformats.org/drawingml/2006/main">
              <a:ext uri="{FF2B5EF4-FFF2-40B4-BE49-F238E27FC236}">
                <a16:creationId xmlns:a16="http://schemas.microsoft.com/office/drawing/2014/main" id="{3B442372-C902-48DF-B1BF-C4B93BB79B31}"/>
              </a:ext>
            </a:extLst>
          </p:cNvPr>
          <p:cNvSpPr>
            <a:spLocks xmlns:a="http://schemas.openxmlformats.org/drawingml/2006/main" noGrp="1"/>
          </p:cNvSpPr>
          <p:nvPr/>
        </p:nvSpPr>
        <p:spPr>
          <a:xfrm xmlns:a="http://schemas.openxmlformats.org/drawingml/2006/main">
            <a:off x="762000" y="4038600"/>
            <a:ext cx="5143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E0DFEA"/>
                </a:solidFill>
                <a:latin typeface="Arial"/>
                <a:ea typeface="Arial"/>
                <a:cs typeface="Arial"/>
              </a:defRPr>
            </a:defPPr>
            <a:lvl1pPr algn="l">
              <a:defRPr sz="1875" b="0">
                <a:solidFill>
                  <a:srgbClr val="E0DFEA"/>
                </a:solidFill>
                <a:latin typeface="Arial"/>
                <a:ea typeface="Arial"/>
                <a:cs typeface="Arial"/>
              </a:defRPr>
            </a:lvl1pPr>
            <a:lvl2pPr algn="l">
              <a:defRPr sz="1875" b="0">
                <a:solidFill>
                  <a:srgbClr val="E0DFEA"/>
                </a:solidFill>
                <a:latin typeface="Arial"/>
                <a:ea typeface="Arial"/>
                <a:cs typeface="Arial"/>
              </a:defRPr>
            </a:lvl2pPr>
            <a:lvl3pPr algn="l">
              <a:defRPr sz="1875" b="0">
                <a:solidFill>
                  <a:srgbClr val="E0DFEA"/>
                </a:solidFill>
                <a:latin typeface="Arial"/>
                <a:ea typeface="Arial"/>
                <a:cs typeface="Arial"/>
              </a:defRPr>
            </a:lvl3pPr>
            <a:lvl4pPr algn="l">
              <a:defRPr sz="1875" b="0">
                <a:solidFill>
                  <a:srgbClr val="E0DFEA"/>
                </a:solidFill>
                <a:latin typeface="Arial"/>
                <a:ea typeface="Arial"/>
                <a:cs typeface="Arial"/>
              </a:defRPr>
            </a:lvl4pPr>
            <a:lvl5pPr algn="l">
              <a:defRPr sz="1875" b="0">
                <a:solidFill>
                  <a:srgbClr val="E0DFEA"/>
                </a:solidFill>
                <a:latin typeface="Arial"/>
                <a:ea typeface="Arial"/>
                <a:cs typeface="Arial"/>
              </a:defRPr>
            </a:lvl5pPr>
            <a:lvl6pPr algn="l">
              <a:defRPr sz="1875" b="0">
                <a:solidFill>
                  <a:srgbClr val="E0DFEA"/>
                </a:solidFill>
                <a:latin typeface="Arial"/>
                <a:ea typeface="Arial"/>
                <a:cs typeface="Arial"/>
              </a:defRPr>
            </a:lvl6pPr>
            <a:lvl7pPr algn="l">
              <a:defRPr sz="1875" b="0">
                <a:solidFill>
                  <a:srgbClr val="E0DFEA"/>
                </a:solidFill>
                <a:latin typeface="Arial"/>
                <a:ea typeface="Arial"/>
                <a:cs typeface="Arial"/>
              </a:defRPr>
            </a:lvl7pPr>
            <a:lvl8pPr algn="l">
              <a:defRPr sz="1875" b="0">
                <a:solidFill>
                  <a:srgbClr val="E0DFEA"/>
                </a:solidFill>
                <a:latin typeface="Arial"/>
                <a:ea typeface="Arial"/>
                <a:cs typeface="Arial"/>
              </a:defRPr>
            </a:lvl8pPr>
            <a:lvl9pPr algn="l">
              <a:defRPr sz="1875" b="0">
                <a:solidFill>
                  <a:srgbClr val="E0DFEA"/>
                </a:solidFill>
                <a:latin typeface="Arial"/>
                <a:ea typeface="Arial"/>
                <a:cs typeface="Arial"/>
              </a:defRPr>
            </a:lvl9pPr>
          </a:lstStyle>
          <a:p xmlns:a="http://schemas.openxmlformats.org/drawingml/2006/main">
            <a:pPr algn="l">
              <a:defRPr sz="1875" b="0">
                <a:solidFill>
                  <a:srgbClr val="E0DFEA"/>
                </a:solidFill>
                <a:latin typeface="Arial"/>
                <a:ea typeface="Arial"/>
                <a:cs typeface="Arial"/>
              </a:defRPr>
            </a:pPr>
            <a:r>
              <a:rPr sz="1875" b="0">
                <a:solidFill>
                  <a:srgbClr val="E0DFEA"/>
                </a:solidFill>
                <a:latin typeface="Arial"/>
                <a:ea typeface="Arial"/>
                <a:cs typeface="Arial"/>
              </a:rPr>
              <a:t>A focused way to find relevant grants,</a:t>
            </a:r>
          </a:p>
          <a:p xmlns:a="http://schemas.openxmlformats.org/drawingml/2006/main">
            <a:pPr algn="l">
              <a:defRPr sz="1875" b="0">
                <a:solidFill>
                  <a:srgbClr val="E0DFEA"/>
                </a:solidFill>
                <a:latin typeface="Arial"/>
                <a:ea typeface="Arial"/>
                <a:cs typeface="Arial"/>
              </a:defRPr>
            </a:pPr>
            <a:r>
              <a:rPr sz="1875" b="0">
                <a:solidFill>
                  <a:srgbClr val="E0DFEA"/>
                </a:solidFill>
                <a:latin typeface="Arial"/>
                <a:ea typeface="Arial"/>
                <a:cs typeface="Arial"/>
              </a:rPr>
              <a:t>understand fit, and prepare a first draft.</a:t>
            </a:r>
          </a:p>
        </p:txBody>
      </p:sp>
      <p:sp>
        <p:nvSpPr>
          <p:cNvPr id="5" name="">
            <a:extLst xmlns:a="http://schemas.openxmlformats.org/drawingml/2006/main">
              <a:ext uri="{FF2B5EF4-FFF2-40B4-BE49-F238E27FC236}">
                <a16:creationId xmlns:a16="http://schemas.microsoft.com/office/drawing/2014/main" id="{8E627C95-B3AF-4138-B536-CBBCC6218E79}"/>
              </a:ext>
            </a:extLst>
          </p:cNvPr>
          <p:cNvSpPr>
            <a:spLocks xmlns:a="http://schemas.openxmlformats.org/drawingml/2006/main" noGrp="1"/>
          </p:cNvSpPr>
          <p:nvPr/>
        </p:nvSpPr>
        <p:spPr>
          <a:xfrm xmlns:a="http://schemas.openxmlformats.org/drawingml/2006/main">
            <a:off x="762000" y="5124450"/>
            <a:ext cx="3562350" cy="19050"/>
          </a:xfrm>
          <a:prstGeom xmlns:a="http://schemas.openxmlformats.org/drawingml/2006/main" prst="rect">
            <a:avLst/>
          </a:prstGeom>
          <a:solidFill xmlns:a="http://schemas.openxmlformats.org/drawingml/2006/main">
            <a:srgbClr val="8078B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CEBED6D-0490-4A13-A7B1-44BE74B7EDA7}"/>
              </a:ext>
            </a:extLst>
          </p:cNvPr>
          <p:cNvSpPr>
            <a:spLocks xmlns:a="http://schemas.openxmlformats.org/drawingml/2006/main" noGrp="1"/>
          </p:cNvSpPr>
          <p:nvPr/>
        </p:nvSpPr>
        <p:spPr>
          <a:xfrm xmlns:a="http://schemas.openxmlformats.org/drawingml/2006/main">
            <a:off x="762000" y="5334000"/>
            <a:ext cx="4572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4C4D0"/>
                </a:solidFill>
                <a:latin typeface="Arial"/>
                <a:ea typeface="Arial"/>
                <a:cs typeface="Arial"/>
              </a:defRPr>
            </a:defPPr>
            <a:lvl1pPr algn="l">
              <a:defRPr sz="975" b="1">
                <a:solidFill>
                  <a:srgbClr val="C4C4D0"/>
                </a:solidFill>
                <a:latin typeface="Arial"/>
                <a:ea typeface="Arial"/>
                <a:cs typeface="Arial"/>
              </a:defRPr>
            </a:lvl1pPr>
            <a:lvl2pPr algn="l">
              <a:defRPr sz="975" b="1">
                <a:solidFill>
                  <a:srgbClr val="C4C4D0"/>
                </a:solidFill>
                <a:latin typeface="Arial"/>
                <a:ea typeface="Arial"/>
                <a:cs typeface="Arial"/>
              </a:defRPr>
            </a:lvl2pPr>
            <a:lvl3pPr algn="l">
              <a:defRPr sz="975" b="1">
                <a:solidFill>
                  <a:srgbClr val="C4C4D0"/>
                </a:solidFill>
                <a:latin typeface="Arial"/>
                <a:ea typeface="Arial"/>
                <a:cs typeface="Arial"/>
              </a:defRPr>
            </a:lvl3pPr>
            <a:lvl4pPr algn="l">
              <a:defRPr sz="975" b="1">
                <a:solidFill>
                  <a:srgbClr val="C4C4D0"/>
                </a:solidFill>
                <a:latin typeface="Arial"/>
                <a:ea typeface="Arial"/>
                <a:cs typeface="Arial"/>
              </a:defRPr>
            </a:lvl4pPr>
            <a:lvl5pPr algn="l">
              <a:defRPr sz="975" b="1">
                <a:solidFill>
                  <a:srgbClr val="C4C4D0"/>
                </a:solidFill>
                <a:latin typeface="Arial"/>
                <a:ea typeface="Arial"/>
                <a:cs typeface="Arial"/>
              </a:defRPr>
            </a:lvl5pPr>
            <a:lvl6pPr algn="l">
              <a:defRPr sz="975" b="1">
                <a:solidFill>
                  <a:srgbClr val="C4C4D0"/>
                </a:solidFill>
                <a:latin typeface="Arial"/>
                <a:ea typeface="Arial"/>
                <a:cs typeface="Arial"/>
              </a:defRPr>
            </a:lvl6pPr>
            <a:lvl7pPr algn="l">
              <a:defRPr sz="975" b="1">
                <a:solidFill>
                  <a:srgbClr val="C4C4D0"/>
                </a:solidFill>
                <a:latin typeface="Arial"/>
                <a:ea typeface="Arial"/>
                <a:cs typeface="Arial"/>
              </a:defRPr>
            </a:lvl7pPr>
            <a:lvl8pPr algn="l">
              <a:defRPr sz="975" b="1">
                <a:solidFill>
                  <a:srgbClr val="C4C4D0"/>
                </a:solidFill>
                <a:latin typeface="Arial"/>
                <a:ea typeface="Arial"/>
                <a:cs typeface="Arial"/>
              </a:defRPr>
            </a:lvl8pPr>
            <a:lvl9pPr algn="l">
              <a:defRPr sz="975" b="1">
                <a:solidFill>
                  <a:srgbClr val="C4C4D0"/>
                </a:solidFill>
                <a:latin typeface="Arial"/>
                <a:ea typeface="Arial"/>
                <a:cs typeface="Arial"/>
              </a:defRPr>
            </a:lvl9pPr>
          </a:lstStyle>
          <a:p xmlns:a="http://schemas.openxmlformats.org/drawingml/2006/main">
            <a:pPr algn="l">
              <a:defRPr sz="975" b="1">
                <a:solidFill>
                  <a:srgbClr val="C4C4D0"/>
                </a:solidFill>
                <a:latin typeface="Arial"/>
                <a:ea typeface="Arial"/>
                <a:cs typeface="Arial"/>
              </a:defRPr>
            </a:pPr>
            <a:r>
              <a:rPr sz="975" b="1">
                <a:solidFill>
                  <a:srgbClr val="C4C4D0"/>
                </a:solidFill>
                <a:latin typeface="Arial"/>
                <a:ea typeface="Arial"/>
                <a:cs typeface="Arial"/>
              </a:rPr>
              <a:t>HACKATHON PROJECT  ·  OCTOBER 2026</a:t>
            </a:r>
          </a:p>
        </p:txBody>
      </p:sp>
      <p:sp>
        <p:nvSpPr>
          <p:cNvPr id="7" name="">
            <a:extLst xmlns:a="http://schemas.openxmlformats.org/drawingml/2006/main">
              <a:ext uri="{FF2B5EF4-FFF2-40B4-BE49-F238E27FC236}">
                <a16:creationId xmlns:a16="http://schemas.microsoft.com/office/drawing/2014/main" id="{4BF83DB9-E16C-4999-BEDB-B1A2084475F1}"/>
              </a:ext>
            </a:extLst>
          </p:cNvPr>
          <p:cNvSpPr>
            <a:spLocks xmlns:a="http://schemas.openxmlformats.org/drawingml/2006/main" noGrp="1"/>
          </p:cNvSpPr>
          <p:nvPr/>
        </p:nvSpPr>
        <p:spPr>
          <a:xfrm xmlns:a="http://schemas.openxmlformats.org/drawingml/2006/main">
            <a:off x="762000" y="5953125"/>
            <a:ext cx="4476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D5D0FF"/>
                </a:solidFill>
                <a:latin typeface="Arial"/>
                <a:ea typeface="Arial"/>
                <a:cs typeface="Arial"/>
              </a:defRPr>
            </a:defPPr>
            <a:lvl1pPr algn="l">
              <a:defRPr sz="1200" b="1">
                <a:solidFill>
                  <a:srgbClr val="D5D0FF"/>
                </a:solidFill>
                <a:latin typeface="Arial"/>
                <a:ea typeface="Arial"/>
                <a:cs typeface="Arial"/>
              </a:defRPr>
            </a:lvl1pPr>
            <a:lvl2pPr algn="l">
              <a:defRPr sz="1200" b="1">
                <a:solidFill>
                  <a:srgbClr val="D5D0FF"/>
                </a:solidFill>
                <a:latin typeface="Arial"/>
                <a:ea typeface="Arial"/>
                <a:cs typeface="Arial"/>
              </a:defRPr>
            </a:lvl2pPr>
            <a:lvl3pPr algn="l">
              <a:defRPr sz="1200" b="1">
                <a:solidFill>
                  <a:srgbClr val="D5D0FF"/>
                </a:solidFill>
                <a:latin typeface="Arial"/>
                <a:ea typeface="Arial"/>
                <a:cs typeface="Arial"/>
              </a:defRPr>
            </a:lvl3pPr>
            <a:lvl4pPr algn="l">
              <a:defRPr sz="1200" b="1">
                <a:solidFill>
                  <a:srgbClr val="D5D0FF"/>
                </a:solidFill>
                <a:latin typeface="Arial"/>
                <a:ea typeface="Arial"/>
                <a:cs typeface="Arial"/>
              </a:defRPr>
            </a:lvl4pPr>
            <a:lvl5pPr algn="l">
              <a:defRPr sz="1200" b="1">
                <a:solidFill>
                  <a:srgbClr val="D5D0FF"/>
                </a:solidFill>
                <a:latin typeface="Arial"/>
                <a:ea typeface="Arial"/>
                <a:cs typeface="Arial"/>
              </a:defRPr>
            </a:lvl5pPr>
            <a:lvl6pPr algn="l">
              <a:defRPr sz="1200" b="1">
                <a:solidFill>
                  <a:srgbClr val="D5D0FF"/>
                </a:solidFill>
                <a:latin typeface="Arial"/>
                <a:ea typeface="Arial"/>
                <a:cs typeface="Arial"/>
              </a:defRPr>
            </a:lvl6pPr>
            <a:lvl7pPr algn="l">
              <a:defRPr sz="1200" b="1">
                <a:solidFill>
                  <a:srgbClr val="D5D0FF"/>
                </a:solidFill>
                <a:latin typeface="Arial"/>
                <a:ea typeface="Arial"/>
                <a:cs typeface="Arial"/>
              </a:defRPr>
            </a:lvl7pPr>
            <a:lvl8pPr algn="l">
              <a:defRPr sz="1200" b="1">
                <a:solidFill>
                  <a:srgbClr val="D5D0FF"/>
                </a:solidFill>
                <a:latin typeface="Arial"/>
                <a:ea typeface="Arial"/>
                <a:cs typeface="Arial"/>
              </a:defRPr>
            </a:lvl8pPr>
            <a:lvl9pPr algn="l">
              <a:defRPr sz="1200" b="1">
                <a:solidFill>
                  <a:srgbClr val="D5D0FF"/>
                </a:solidFill>
                <a:latin typeface="Arial"/>
                <a:ea typeface="Arial"/>
                <a:cs typeface="Arial"/>
              </a:defRPr>
            </a:lvl9pPr>
          </a:lstStyle>
          <a:p xmlns:a="http://schemas.openxmlformats.org/drawingml/2006/main">
            <a:pPr algn="l">
              <a:defRPr sz="1200" b="1">
                <a:solidFill>
                  <a:srgbClr val="D5D0FF"/>
                </a:solidFill>
                <a:latin typeface="Arial"/>
                <a:ea typeface="Arial"/>
                <a:cs typeface="Arial"/>
              </a:defRPr>
            </a:pPr>
            <a:r>
              <a:rPr sz="1200" b="1">
                <a:solidFill>
                  <a:srgbClr val="D5D0FF"/>
                </a:solidFill>
                <a:latin typeface="Arial"/>
                <a:ea typeface="Arial"/>
                <a:cs typeface="Arial"/>
              </a:rPr>
              <a:t>autogrant-sigma.vercel.app</a:t>
            </a:r>
          </a:p>
        </p:txBody>
      </p:sp>
    </p:spTree>
    <p:extLst>
      <p:ext uri="{BB962C8B-B14F-4D97-AF65-F5344CB8AC3E}">
        <p14:creationId xmlns:p14="http://schemas.microsoft.com/office/powerpoint/2010/main" val="197498383"/>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B4D9622-1B10-415F-BB21-2DEC2BFF8E3F}"/>
              </a:ext>
            </a:extLst>
          </p:cNvPr>
          <p:cNvSpPr>
            <a:spLocks xmlns:a="http://schemas.openxmlformats.org/drawingml/2006/main" noGrp="1"/>
          </p:cNvSpPr>
          <p:nvPr/>
        </p:nvSpPr>
        <p:spPr>
          <a:xfrm xmlns:a="http://schemas.openxmlformats.org/drawingml/2006/main">
            <a:off x="685800" y="400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554E8"/>
                </a:solidFill>
                <a:latin typeface="Arial"/>
                <a:ea typeface="Arial"/>
                <a:cs typeface="Arial"/>
              </a:defRPr>
            </a:defPPr>
            <a:lvl1pPr algn="l">
              <a:defRPr sz="975" b="1">
                <a:solidFill>
                  <a:srgbClr val="6554E8"/>
                </a:solidFill>
                <a:latin typeface="Arial"/>
                <a:ea typeface="Arial"/>
                <a:cs typeface="Arial"/>
              </a:defRPr>
            </a:lvl1pPr>
            <a:lvl2pPr algn="l">
              <a:defRPr sz="975" b="1">
                <a:solidFill>
                  <a:srgbClr val="6554E8"/>
                </a:solidFill>
                <a:latin typeface="Arial"/>
                <a:ea typeface="Arial"/>
                <a:cs typeface="Arial"/>
              </a:defRPr>
            </a:lvl2pPr>
            <a:lvl3pPr algn="l">
              <a:defRPr sz="975" b="1">
                <a:solidFill>
                  <a:srgbClr val="6554E8"/>
                </a:solidFill>
                <a:latin typeface="Arial"/>
                <a:ea typeface="Arial"/>
                <a:cs typeface="Arial"/>
              </a:defRPr>
            </a:lvl3pPr>
            <a:lvl4pPr algn="l">
              <a:defRPr sz="975" b="1">
                <a:solidFill>
                  <a:srgbClr val="6554E8"/>
                </a:solidFill>
                <a:latin typeface="Arial"/>
                <a:ea typeface="Arial"/>
                <a:cs typeface="Arial"/>
              </a:defRPr>
            </a:lvl4pPr>
            <a:lvl5pPr algn="l">
              <a:defRPr sz="975" b="1">
                <a:solidFill>
                  <a:srgbClr val="6554E8"/>
                </a:solidFill>
                <a:latin typeface="Arial"/>
                <a:ea typeface="Arial"/>
                <a:cs typeface="Arial"/>
              </a:defRPr>
            </a:lvl5pPr>
            <a:lvl6pPr algn="l">
              <a:defRPr sz="975" b="1">
                <a:solidFill>
                  <a:srgbClr val="6554E8"/>
                </a:solidFill>
                <a:latin typeface="Arial"/>
                <a:ea typeface="Arial"/>
                <a:cs typeface="Arial"/>
              </a:defRPr>
            </a:lvl6pPr>
            <a:lvl7pPr algn="l">
              <a:defRPr sz="975" b="1">
                <a:solidFill>
                  <a:srgbClr val="6554E8"/>
                </a:solidFill>
                <a:latin typeface="Arial"/>
                <a:ea typeface="Arial"/>
                <a:cs typeface="Arial"/>
              </a:defRPr>
            </a:lvl7pPr>
            <a:lvl8pPr algn="l">
              <a:defRPr sz="975" b="1">
                <a:solidFill>
                  <a:srgbClr val="6554E8"/>
                </a:solidFill>
                <a:latin typeface="Arial"/>
                <a:ea typeface="Arial"/>
                <a:cs typeface="Arial"/>
              </a:defRPr>
            </a:lvl8pPr>
            <a:lvl9pPr algn="l">
              <a:defRPr sz="975" b="1">
                <a:solidFill>
                  <a:srgbClr val="6554E8"/>
                </a:solidFill>
                <a:latin typeface="Arial"/>
                <a:ea typeface="Arial"/>
                <a:cs typeface="Arial"/>
              </a:defRPr>
            </a:lvl9pPr>
          </a:lstStyle>
          <a:p xmlns:a="http://schemas.openxmlformats.org/drawingml/2006/main">
            <a:pPr algn="l">
              <a:defRPr sz="975" b="1">
                <a:solidFill>
                  <a:srgbClr val="6554E8"/>
                </a:solidFill>
                <a:latin typeface="Arial"/>
                <a:ea typeface="Arial"/>
                <a:cs typeface="Arial"/>
              </a:defRPr>
            </a:pPr>
            <a:r>
              <a:rPr sz="975" b="1">
                <a:solidFill>
                  <a:srgbClr val="6554E8"/>
                </a:solidFill>
                <a:latin typeface="Arial"/>
                <a:ea typeface="Arial"/>
                <a:cs typeface="Arial"/>
              </a:rPr>
              <a:t>THE CHALLENGE</a:t>
            </a:r>
          </a:p>
        </p:txBody>
      </p:sp>
      <p:sp>
        <p:nvSpPr>
          <p:cNvPr id="2" name="">
            <a:extLst xmlns:a="http://schemas.openxmlformats.org/drawingml/2006/main">
              <a:ext uri="{FF2B5EF4-FFF2-40B4-BE49-F238E27FC236}">
                <a16:creationId xmlns:a16="http://schemas.microsoft.com/office/drawing/2014/main" id="{97FBA082-926E-450F-A2A9-FA8AB12E7230}"/>
              </a:ext>
            </a:extLst>
          </p:cNvPr>
          <p:cNvSpPr>
            <a:spLocks xmlns:a="http://schemas.openxmlformats.org/drawingml/2006/main" noGrp="1"/>
          </p:cNvSpPr>
          <p:nvPr/>
        </p:nvSpPr>
        <p:spPr>
          <a:xfrm xmlns:a="http://schemas.openxmlformats.org/drawingml/2006/main">
            <a:off x="685800" y="78105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7182A"/>
                </a:solidFill>
                <a:latin typeface="Arial"/>
                <a:ea typeface="Arial"/>
                <a:cs typeface="Arial"/>
              </a:defRPr>
            </a:defPPr>
            <a:lvl1pPr algn="l">
              <a:defRPr sz="3150" b="1">
                <a:solidFill>
                  <a:srgbClr val="17182A"/>
                </a:solidFill>
                <a:latin typeface="Arial"/>
                <a:ea typeface="Arial"/>
                <a:cs typeface="Arial"/>
              </a:defRPr>
            </a:lvl1pPr>
            <a:lvl2pPr algn="l">
              <a:defRPr sz="3150" b="1">
                <a:solidFill>
                  <a:srgbClr val="17182A"/>
                </a:solidFill>
                <a:latin typeface="Arial"/>
                <a:ea typeface="Arial"/>
                <a:cs typeface="Arial"/>
              </a:defRPr>
            </a:lvl2pPr>
            <a:lvl3pPr algn="l">
              <a:defRPr sz="3150" b="1">
                <a:solidFill>
                  <a:srgbClr val="17182A"/>
                </a:solidFill>
                <a:latin typeface="Arial"/>
                <a:ea typeface="Arial"/>
                <a:cs typeface="Arial"/>
              </a:defRPr>
            </a:lvl3pPr>
            <a:lvl4pPr algn="l">
              <a:defRPr sz="3150" b="1">
                <a:solidFill>
                  <a:srgbClr val="17182A"/>
                </a:solidFill>
                <a:latin typeface="Arial"/>
                <a:ea typeface="Arial"/>
                <a:cs typeface="Arial"/>
              </a:defRPr>
            </a:lvl4pPr>
            <a:lvl5pPr algn="l">
              <a:defRPr sz="3150" b="1">
                <a:solidFill>
                  <a:srgbClr val="17182A"/>
                </a:solidFill>
                <a:latin typeface="Arial"/>
                <a:ea typeface="Arial"/>
                <a:cs typeface="Arial"/>
              </a:defRPr>
            </a:lvl5pPr>
            <a:lvl6pPr algn="l">
              <a:defRPr sz="3150" b="1">
                <a:solidFill>
                  <a:srgbClr val="17182A"/>
                </a:solidFill>
                <a:latin typeface="Arial"/>
                <a:ea typeface="Arial"/>
                <a:cs typeface="Arial"/>
              </a:defRPr>
            </a:lvl6pPr>
            <a:lvl7pPr algn="l">
              <a:defRPr sz="3150" b="1">
                <a:solidFill>
                  <a:srgbClr val="17182A"/>
                </a:solidFill>
                <a:latin typeface="Arial"/>
                <a:ea typeface="Arial"/>
                <a:cs typeface="Arial"/>
              </a:defRPr>
            </a:lvl7pPr>
            <a:lvl8pPr algn="l">
              <a:defRPr sz="3150" b="1">
                <a:solidFill>
                  <a:srgbClr val="17182A"/>
                </a:solidFill>
                <a:latin typeface="Arial"/>
                <a:ea typeface="Arial"/>
                <a:cs typeface="Arial"/>
              </a:defRPr>
            </a:lvl8pPr>
            <a:lvl9pPr algn="l">
              <a:defRPr sz="3150" b="1">
                <a:solidFill>
                  <a:srgbClr val="17182A"/>
                </a:solidFill>
                <a:latin typeface="Arial"/>
                <a:ea typeface="Arial"/>
                <a:cs typeface="Arial"/>
              </a:defRPr>
            </a:lvl9pPr>
          </a:lstStyle>
          <a:p xmlns:a="http://schemas.openxmlformats.org/drawingml/2006/main">
            <a:pPr algn="l">
              <a:defRPr sz="3150" b="1">
                <a:solidFill>
                  <a:srgbClr val="17182A"/>
                </a:solidFill>
                <a:latin typeface="Arial"/>
                <a:ea typeface="Arial"/>
                <a:cs typeface="Arial"/>
              </a:defRPr>
            </a:pPr>
            <a:r>
              <a:rPr sz="3150" b="1">
                <a:solidFill>
                  <a:srgbClr val="17182A"/>
                </a:solidFill>
                <a:latin typeface="Arial"/>
                <a:ea typeface="Arial"/>
                <a:cs typeface="Arial"/>
              </a:rPr>
              <a:t>Funding is fragmented across the founder’s workflow</a:t>
            </a:r>
          </a:p>
        </p:txBody>
      </p:sp>
      <p:sp>
        <p:nvSpPr>
          <p:cNvPr id="3" name="">
            <a:extLst xmlns:a="http://schemas.openxmlformats.org/drawingml/2006/main">
              <a:ext uri="{FF2B5EF4-FFF2-40B4-BE49-F238E27FC236}">
                <a16:creationId xmlns:a16="http://schemas.microsoft.com/office/drawing/2014/main" id="{FDE53851-3F5C-4C25-AC1C-783581270C91}"/>
              </a:ext>
            </a:extLst>
          </p:cNvPr>
          <p:cNvSpPr>
            <a:spLocks xmlns:a="http://schemas.openxmlformats.org/drawingml/2006/main" noGrp="1"/>
          </p:cNvSpPr>
          <p:nvPr/>
        </p:nvSpPr>
        <p:spPr>
          <a:xfrm xmlns:a="http://schemas.openxmlformats.org/drawingml/2006/main">
            <a:off x="704850" y="15049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A6B7E"/>
                </a:solidFill>
                <a:latin typeface="Arial"/>
                <a:ea typeface="Arial"/>
                <a:cs typeface="Arial"/>
              </a:defRPr>
            </a:defPPr>
            <a:lvl1pPr algn="l">
              <a:defRPr sz="1575" b="0">
                <a:solidFill>
                  <a:srgbClr val="6A6B7E"/>
                </a:solidFill>
                <a:latin typeface="Arial"/>
                <a:ea typeface="Arial"/>
                <a:cs typeface="Arial"/>
              </a:defRPr>
            </a:lvl1pPr>
            <a:lvl2pPr algn="l">
              <a:defRPr sz="1575" b="0">
                <a:solidFill>
                  <a:srgbClr val="6A6B7E"/>
                </a:solidFill>
                <a:latin typeface="Arial"/>
                <a:ea typeface="Arial"/>
                <a:cs typeface="Arial"/>
              </a:defRPr>
            </a:lvl2pPr>
            <a:lvl3pPr algn="l">
              <a:defRPr sz="1575" b="0">
                <a:solidFill>
                  <a:srgbClr val="6A6B7E"/>
                </a:solidFill>
                <a:latin typeface="Arial"/>
                <a:ea typeface="Arial"/>
                <a:cs typeface="Arial"/>
              </a:defRPr>
            </a:lvl3pPr>
            <a:lvl4pPr algn="l">
              <a:defRPr sz="1575" b="0">
                <a:solidFill>
                  <a:srgbClr val="6A6B7E"/>
                </a:solidFill>
                <a:latin typeface="Arial"/>
                <a:ea typeface="Arial"/>
                <a:cs typeface="Arial"/>
              </a:defRPr>
            </a:lvl4pPr>
            <a:lvl5pPr algn="l">
              <a:defRPr sz="1575" b="0">
                <a:solidFill>
                  <a:srgbClr val="6A6B7E"/>
                </a:solidFill>
                <a:latin typeface="Arial"/>
                <a:ea typeface="Arial"/>
                <a:cs typeface="Arial"/>
              </a:defRPr>
            </a:lvl5pPr>
            <a:lvl6pPr algn="l">
              <a:defRPr sz="1575" b="0">
                <a:solidFill>
                  <a:srgbClr val="6A6B7E"/>
                </a:solidFill>
                <a:latin typeface="Arial"/>
                <a:ea typeface="Arial"/>
                <a:cs typeface="Arial"/>
              </a:defRPr>
            </a:lvl6pPr>
            <a:lvl7pPr algn="l">
              <a:defRPr sz="1575" b="0">
                <a:solidFill>
                  <a:srgbClr val="6A6B7E"/>
                </a:solidFill>
                <a:latin typeface="Arial"/>
                <a:ea typeface="Arial"/>
                <a:cs typeface="Arial"/>
              </a:defRPr>
            </a:lvl7pPr>
            <a:lvl8pPr algn="l">
              <a:defRPr sz="1575" b="0">
                <a:solidFill>
                  <a:srgbClr val="6A6B7E"/>
                </a:solidFill>
                <a:latin typeface="Arial"/>
                <a:ea typeface="Arial"/>
                <a:cs typeface="Arial"/>
              </a:defRPr>
            </a:lvl8pPr>
            <a:lvl9pPr algn="l">
              <a:defRPr sz="1575" b="0">
                <a:solidFill>
                  <a:srgbClr val="6A6B7E"/>
                </a:solidFill>
                <a:latin typeface="Arial"/>
                <a:ea typeface="Arial"/>
                <a:cs typeface="Arial"/>
              </a:defRPr>
            </a:lvl9pPr>
          </a:lstStyle>
          <a:p xmlns:a="http://schemas.openxmlformats.org/drawingml/2006/main">
            <a:pPr algn="l">
              <a:defRPr sz="1575" b="0">
                <a:solidFill>
                  <a:srgbClr val="6A6B7E"/>
                </a:solidFill>
                <a:latin typeface="Arial"/>
                <a:ea typeface="Arial"/>
                <a:cs typeface="Arial"/>
              </a:defRPr>
            </a:pPr>
            <a:r>
              <a:rPr sz="1575" b="0">
                <a:solidFill>
                  <a:srgbClr val="6A6B7E"/>
                </a:solidFill>
                <a:latin typeface="Arial"/>
                <a:ea typeface="Arial"/>
                <a:cs typeface="Arial"/>
              </a:rPr>
              <a:t>The project focuses on the work before an application is submitted.</a:t>
            </a:r>
          </a:p>
        </p:txBody>
      </p:sp>
      <p:sp>
        <p:nvSpPr>
          <p:cNvPr id="4" name="">
            <a:extLst xmlns:a="http://schemas.openxmlformats.org/drawingml/2006/main">
              <a:ext uri="{FF2B5EF4-FFF2-40B4-BE49-F238E27FC236}">
                <a16:creationId xmlns:a16="http://schemas.microsoft.com/office/drawing/2014/main" id="{F660D7E9-A85C-4B56-9F0B-DB9F639B2D6C}"/>
              </a:ext>
            </a:extLst>
          </p:cNvPr>
          <p:cNvSpPr>
            <a:spLocks xmlns:a="http://schemas.openxmlformats.org/drawingml/2006/main" noGrp="1"/>
          </p:cNvSpPr>
          <p:nvPr/>
        </p:nvSpPr>
        <p:spPr>
          <a:xfrm xmlns:a="http://schemas.openxmlformats.org/drawingml/2006/main">
            <a:off x="742950" y="2571750"/>
            <a:ext cx="95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6554E8"/>
                </a:solidFill>
                <a:latin typeface="Arial"/>
                <a:ea typeface="Arial"/>
                <a:cs typeface="Arial"/>
              </a:defRPr>
            </a:defPPr>
            <a:lvl1pPr algn="l">
              <a:defRPr sz="3375" b="1">
                <a:solidFill>
                  <a:srgbClr val="6554E8"/>
                </a:solidFill>
                <a:latin typeface="Arial"/>
                <a:ea typeface="Arial"/>
                <a:cs typeface="Arial"/>
              </a:defRPr>
            </a:lvl1pPr>
            <a:lvl2pPr algn="l">
              <a:defRPr sz="3375" b="1">
                <a:solidFill>
                  <a:srgbClr val="6554E8"/>
                </a:solidFill>
                <a:latin typeface="Arial"/>
                <a:ea typeface="Arial"/>
                <a:cs typeface="Arial"/>
              </a:defRPr>
            </a:lvl2pPr>
            <a:lvl3pPr algn="l">
              <a:defRPr sz="3375" b="1">
                <a:solidFill>
                  <a:srgbClr val="6554E8"/>
                </a:solidFill>
                <a:latin typeface="Arial"/>
                <a:ea typeface="Arial"/>
                <a:cs typeface="Arial"/>
              </a:defRPr>
            </a:lvl3pPr>
            <a:lvl4pPr algn="l">
              <a:defRPr sz="3375" b="1">
                <a:solidFill>
                  <a:srgbClr val="6554E8"/>
                </a:solidFill>
                <a:latin typeface="Arial"/>
                <a:ea typeface="Arial"/>
                <a:cs typeface="Arial"/>
              </a:defRPr>
            </a:lvl4pPr>
            <a:lvl5pPr algn="l">
              <a:defRPr sz="3375" b="1">
                <a:solidFill>
                  <a:srgbClr val="6554E8"/>
                </a:solidFill>
                <a:latin typeface="Arial"/>
                <a:ea typeface="Arial"/>
                <a:cs typeface="Arial"/>
              </a:defRPr>
            </a:lvl5pPr>
            <a:lvl6pPr algn="l">
              <a:defRPr sz="3375" b="1">
                <a:solidFill>
                  <a:srgbClr val="6554E8"/>
                </a:solidFill>
                <a:latin typeface="Arial"/>
                <a:ea typeface="Arial"/>
                <a:cs typeface="Arial"/>
              </a:defRPr>
            </a:lvl6pPr>
            <a:lvl7pPr algn="l">
              <a:defRPr sz="3375" b="1">
                <a:solidFill>
                  <a:srgbClr val="6554E8"/>
                </a:solidFill>
                <a:latin typeface="Arial"/>
                <a:ea typeface="Arial"/>
                <a:cs typeface="Arial"/>
              </a:defRPr>
            </a:lvl7pPr>
            <a:lvl8pPr algn="l">
              <a:defRPr sz="3375" b="1">
                <a:solidFill>
                  <a:srgbClr val="6554E8"/>
                </a:solidFill>
                <a:latin typeface="Arial"/>
                <a:ea typeface="Arial"/>
                <a:cs typeface="Arial"/>
              </a:defRPr>
            </a:lvl8pPr>
            <a:lvl9pPr algn="l">
              <a:defRPr sz="3375" b="1">
                <a:solidFill>
                  <a:srgbClr val="6554E8"/>
                </a:solidFill>
                <a:latin typeface="Arial"/>
                <a:ea typeface="Arial"/>
                <a:cs typeface="Arial"/>
              </a:defRPr>
            </a:lvl9pPr>
          </a:lstStyle>
          <a:p xmlns:a="http://schemas.openxmlformats.org/drawingml/2006/main">
            <a:pPr algn="l">
              <a:defRPr sz="3375" b="1">
                <a:solidFill>
                  <a:srgbClr val="6554E8"/>
                </a:solidFill>
                <a:latin typeface="Arial"/>
                <a:ea typeface="Arial"/>
                <a:cs typeface="Arial"/>
              </a:defRPr>
            </a:pPr>
            <a:r>
              <a:rPr sz="3375" b="1">
                <a:solidFill>
                  <a:srgbClr val="6554E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91AC797-964F-46D6-A3AE-679B902AA4AB}"/>
              </a:ext>
            </a:extLst>
          </p:cNvPr>
          <p:cNvSpPr>
            <a:spLocks xmlns:a="http://schemas.openxmlformats.org/drawingml/2006/main" noGrp="1"/>
          </p:cNvSpPr>
          <p:nvPr/>
        </p:nvSpPr>
        <p:spPr>
          <a:xfrm xmlns:a="http://schemas.openxmlformats.org/drawingml/2006/main">
            <a:off x="1828800" y="25336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7182A"/>
                </a:solidFill>
                <a:latin typeface="Arial"/>
                <a:ea typeface="Arial"/>
                <a:cs typeface="Arial"/>
              </a:defRPr>
            </a:defPPr>
            <a:lvl1pPr algn="l">
              <a:defRPr sz="2325" b="1">
                <a:solidFill>
                  <a:srgbClr val="17182A"/>
                </a:solidFill>
                <a:latin typeface="Arial"/>
                <a:ea typeface="Arial"/>
                <a:cs typeface="Arial"/>
              </a:defRPr>
            </a:lvl1pPr>
            <a:lvl2pPr algn="l">
              <a:defRPr sz="2325" b="1">
                <a:solidFill>
                  <a:srgbClr val="17182A"/>
                </a:solidFill>
                <a:latin typeface="Arial"/>
                <a:ea typeface="Arial"/>
                <a:cs typeface="Arial"/>
              </a:defRPr>
            </a:lvl2pPr>
            <a:lvl3pPr algn="l">
              <a:defRPr sz="2325" b="1">
                <a:solidFill>
                  <a:srgbClr val="17182A"/>
                </a:solidFill>
                <a:latin typeface="Arial"/>
                <a:ea typeface="Arial"/>
                <a:cs typeface="Arial"/>
              </a:defRPr>
            </a:lvl3pPr>
            <a:lvl4pPr algn="l">
              <a:defRPr sz="2325" b="1">
                <a:solidFill>
                  <a:srgbClr val="17182A"/>
                </a:solidFill>
                <a:latin typeface="Arial"/>
                <a:ea typeface="Arial"/>
                <a:cs typeface="Arial"/>
              </a:defRPr>
            </a:lvl4pPr>
            <a:lvl5pPr algn="l">
              <a:defRPr sz="2325" b="1">
                <a:solidFill>
                  <a:srgbClr val="17182A"/>
                </a:solidFill>
                <a:latin typeface="Arial"/>
                <a:ea typeface="Arial"/>
                <a:cs typeface="Arial"/>
              </a:defRPr>
            </a:lvl5pPr>
            <a:lvl6pPr algn="l">
              <a:defRPr sz="2325" b="1">
                <a:solidFill>
                  <a:srgbClr val="17182A"/>
                </a:solidFill>
                <a:latin typeface="Arial"/>
                <a:ea typeface="Arial"/>
                <a:cs typeface="Arial"/>
              </a:defRPr>
            </a:lvl6pPr>
            <a:lvl7pPr algn="l">
              <a:defRPr sz="2325" b="1">
                <a:solidFill>
                  <a:srgbClr val="17182A"/>
                </a:solidFill>
                <a:latin typeface="Arial"/>
                <a:ea typeface="Arial"/>
                <a:cs typeface="Arial"/>
              </a:defRPr>
            </a:lvl7pPr>
            <a:lvl8pPr algn="l">
              <a:defRPr sz="2325" b="1">
                <a:solidFill>
                  <a:srgbClr val="17182A"/>
                </a:solidFill>
                <a:latin typeface="Arial"/>
                <a:ea typeface="Arial"/>
                <a:cs typeface="Arial"/>
              </a:defRPr>
            </a:lvl8pPr>
            <a:lvl9pPr algn="l">
              <a:defRPr sz="2325" b="1">
                <a:solidFill>
                  <a:srgbClr val="17182A"/>
                </a:solidFill>
                <a:latin typeface="Arial"/>
                <a:ea typeface="Arial"/>
                <a:cs typeface="Arial"/>
              </a:defRPr>
            </a:lvl9pPr>
          </a:lstStyle>
          <a:p xmlns:a="http://schemas.openxmlformats.org/drawingml/2006/main">
            <a:pPr algn="l">
              <a:defRPr sz="2325" b="1">
                <a:solidFill>
                  <a:srgbClr val="17182A"/>
                </a:solidFill>
                <a:latin typeface="Arial"/>
                <a:ea typeface="Arial"/>
                <a:cs typeface="Arial"/>
              </a:defRPr>
            </a:pPr>
            <a:r>
              <a:rPr sz="2325" b="1">
                <a:solidFill>
                  <a:srgbClr val="17182A"/>
                </a:solidFill>
                <a:latin typeface="Arial"/>
                <a:ea typeface="Arial"/>
                <a:cs typeface="Arial"/>
              </a:rPr>
              <a:t>Find</a:t>
            </a:r>
          </a:p>
        </p:txBody>
      </p:sp>
      <p:sp>
        <p:nvSpPr>
          <p:cNvPr id="6" name="">
            <a:extLst xmlns:a="http://schemas.openxmlformats.org/drawingml/2006/main">
              <a:ext uri="{FF2B5EF4-FFF2-40B4-BE49-F238E27FC236}">
                <a16:creationId xmlns:a16="http://schemas.microsoft.com/office/drawing/2014/main" id="{CB28E29E-9DA3-4453-9CD4-EBF2BE407E2B}"/>
              </a:ext>
            </a:extLst>
          </p:cNvPr>
          <p:cNvSpPr>
            <a:spLocks xmlns:a="http://schemas.openxmlformats.org/drawingml/2006/main" noGrp="1"/>
          </p:cNvSpPr>
          <p:nvPr/>
        </p:nvSpPr>
        <p:spPr>
          <a:xfrm xmlns:a="http://schemas.openxmlformats.org/drawingml/2006/main">
            <a:off x="1847850" y="30289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A6B7E"/>
                </a:solidFill>
                <a:latin typeface="Arial"/>
                <a:ea typeface="Arial"/>
                <a:cs typeface="Arial"/>
              </a:defRPr>
            </a:defPPr>
            <a:lvl1pPr algn="l">
              <a:defRPr sz="1500" b="0">
                <a:solidFill>
                  <a:srgbClr val="6A6B7E"/>
                </a:solidFill>
                <a:latin typeface="Arial"/>
                <a:ea typeface="Arial"/>
                <a:cs typeface="Arial"/>
              </a:defRPr>
            </a:lvl1pPr>
            <a:lvl2pPr algn="l">
              <a:defRPr sz="1500" b="0">
                <a:solidFill>
                  <a:srgbClr val="6A6B7E"/>
                </a:solidFill>
                <a:latin typeface="Arial"/>
                <a:ea typeface="Arial"/>
                <a:cs typeface="Arial"/>
              </a:defRPr>
            </a:lvl2pPr>
            <a:lvl3pPr algn="l">
              <a:defRPr sz="1500" b="0">
                <a:solidFill>
                  <a:srgbClr val="6A6B7E"/>
                </a:solidFill>
                <a:latin typeface="Arial"/>
                <a:ea typeface="Arial"/>
                <a:cs typeface="Arial"/>
              </a:defRPr>
            </a:lvl3pPr>
            <a:lvl4pPr algn="l">
              <a:defRPr sz="1500" b="0">
                <a:solidFill>
                  <a:srgbClr val="6A6B7E"/>
                </a:solidFill>
                <a:latin typeface="Arial"/>
                <a:ea typeface="Arial"/>
                <a:cs typeface="Arial"/>
              </a:defRPr>
            </a:lvl4pPr>
            <a:lvl5pPr algn="l">
              <a:defRPr sz="1500" b="0">
                <a:solidFill>
                  <a:srgbClr val="6A6B7E"/>
                </a:solidFill>
                <a:latin typeface="Arial"/>
                <a:ea typeface="Arial"/>
                <a:cs typeface="Arial"/>
              </a:defRPr>
            </a:lvl5pPr>
            <a:lvl6pPr algn="l">
              <a:defRPr sz="1500" b="0">
                <a:solidFill>
                  <a:srgbClr val="6A6B7E"/>
                </a:solidFill>
                <a:latin typeface="Arial"/>
                <a:ea typeface="Arial"/>
                <a:cs typeface="Arial"/>
              </a:defRPr>
            </a:lvl6pPr>
            <a:lvl7pPr algn="l">
              <a:defRPr sz="1500" b="0">
                <a:solidFill>
                  <a:srgbClr val="6A6B7E"/>
                </a:solidFill>
                <a:latin typeface="Arial"/>
                <a:ea typeface="Arial"/>
                <a:cs typeface="Arial"/>
              </a:defRPr>
            </a:lvl7pPr>
            <a:lvl8pPr algn="l">
              <a:defRPr sz="1500" b="0">
                <a:solidFill>
                  <a:srgbClr val="6A6B7E"/>
                </a:solidFill>
                <a:latin typeface="Arial"/>
                <a:ea typeface="Arial"/>
                <a:cs typeface="Arial"/>
              </a:defRPr>
            </a:lvl8pPr>
            <a:lvl9pPr algn="l">
              <a:defRPr sz="1500" b="0">
                <a:solidFill>
                  <a:srgbClr val="6A6B7E"/>
                </a:solidFill>
                <a:latin typeface="Arial"/>
                <a:ea typeface="Arial"/>
                <a:cs typeface="Arial"/>
              </a:defRPr>
            </a:lvl9pPr>
          </a:lstStyle>
          <a:p xmlns:a="http://schemas.openxmlformats.org/drawingml/2006/main">
            <a:pPr algn="l">
              <a:defRPr sz="1500" b="0">
                <a:solidFill>
                  <a:srgbClr val="6A6B7E"/>
                </a:solidFill>
                <a:latin typeface="Arial"/>
                <a:ea typeface="Arial"/>
                <a:cs typeface="Arial"/>
              </a:defRPr>
            </a:pPr>
            <a:r>
              <a:rPr sz="1500" b="0">
                <a:solidFill>
                  <a:srgbClr val="6A6B7E"/>
                </a:solidFill>
                <a:latin typeface="Arial"/>
                <a:ea typeface="Arial"/>
                <a:cs typeface="Arial"/>
              </a:rPr>
              <a:t>Funding opportunities are spread across programs and sources.</a:t>
            </a:r>
          </a:p>
        </p:txBody>
      </p:sp>
      <p:sp>
        <p:nvSpPr>
          <p:cNvPr id="7" name="">
            <a:extLst xmlns:a="http://schemas.openxmlformats.org/drawingml/2006/main">
              <a:ext uri="{FF2B5EF4-FFF2-40B4-BE49-F238E27FC236}">
                <a16:creationId xmlns:a16="http://schemas.microsoft.com/office/drawing/2014/main" id="{5DD5C84D-BE84-4A0B-92E6-55CDFE9AEBC9}"/>
              </a:ext>
            </a:extLst>
          </p:cNvPr>
          <p:cNvSpPr>
            <a:spLocks xmlns:a="http://schemas.openxmlformats.org/drawingml/2006/main" noGrp="1"/>
          </p:cNvSpPr>
          <p:nvPr/>
        </p:nvSpPr>
        <p:spPr>
          <a:xfrm xmlns:a="http://schemas.openxmlformats.org/drawingml/2006/main">
            <a:off x="685800" y="4038600"/>
            <a:ext cx="3276600" cy="9525"/>
          </a:xfrm>
          <a:prstGeom xmlns:a="http://schemas.openxmlformats.org/drawingml/2006/main" prst="rect">
            <a:avLst/>
          </a:prstGeom>
          <a:solidFill xmlns:a="http://schemas.openxmlformats.org/drawingml/2006/main">
            <a:srgbClr val="D8D6D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EB8E5E4-5852-4F62-AB78-931593CFFC2A}"/>
              </a:ext>
            </a:extLst>
          </p:cNvPr>
          <p:cNvSpPr>
            <a:spLocks xmlns:a="http://schemas.openxmlformats.org/drawingml/2006/main" noGrp="1"/>
          </p:cNvSpPr>
          <p:nvPr/>
        </p:nvSpPr>
        <p:spPr>
          <a:xfrm xmlns:a="http://schemas.openxmlformats.org/drawingml/2006/main">
            <a:off x="4543425" y="2571750"/>
            <a:ext cx="95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168A7A"/>
                </a:solidFill>
                <a:latin typeface="Arial"/>
                <a:ea typeface="Arial"/>
                <a:cs typeface="Arial"/>
              </a:defRPr>
            </a:defPPr>
            <a:lvl1pPr algn="l">
              <a:defRPr sz="3375" b="1">
                <a:solidFill>
                  <a:srgbClr val="168A7A"/>
                </a:solidFill>
                <a:latin typeface="Arial"/>
                <a:ea typeface="Arial"/>
                <a:cs typeface="Arial"/>
              </a:defRPr>
            </a:lvl1pPr>
            <a:lvl2pPr algn="l">
              <a:defRPr sz="3375" b="1">
                <a:solidFill>
                  <a:srgbClr val="168A7A"/>
                </a:solidFill>
                <a:latin typeface="Arial"/>
                <a:ea typeface="Arial"/>
                <a:cs typeface="Arial"/>
              </a:defRPr>
            </a:lvl2pPr>
            <a:lvl3pPr algn="l">
              <a:defRPr sz="3375" b="1">
                <a:solidFill>
                  <a:srgbClr val="168A7A"/>
                </a:solidFill>
                <a:latin typeface="Arial"/>
                <a:ea typeface="Arial"/>
                <a:cs typeface="Arial"/>
              </a:defRPr>
            </a:lvl3pPr>
            <a:lvl4pPr algn="l">
              <a:defRPr sz="3375" b="1">
                <a:solidFill>
                  <a:srgbClr val="168A7A"/>
                </a:solidFill>
                <a:latin typeface="Arial"/>
                <a:ea typeface="Arial"/>
                <a:cs typeface="Arial"/>
              </a:defRPr>
            </a:lvl4pPr>
            <a:lvl5pPr algn="l">
              <a:defRPr sz="3375" b="1">
                <a:solidFill>
                  <a:srgbClr val="168A7A"/>
                </a:solidFill>
                <a:latin typeface="Arial"/>
                <a:ea typeface="Arial"/>
                <a:cs typeface="Arial"/>
              </a:defRPr>
            </a:lvl5pPr>
            <a:lvl6pPr algn="l">
              <a:defRPr sz="3375" b="1">
                <a:solidFill>
                  <a:srgbClr val="168A7A"/>
                </a:solidFill>
                <a:latin typeface="Arial"/>
                <a:ea typeface="Arial"/>
                <a:cs typeface="Arial"/>
              </a:defRPr>
            </a:lvl6pPr>
            <a:lvl7pPr algn="l">
              <a:defRPr sz="3375" b="1">
                <a:solidFill>
                  <a:srgbClr val="168A7A"/>
                </a:solidFill>
                <a:latin typeface="Arial"/>
                <a:ea typeface="Arial"/>
                <a:cs typeface="Arial"/>
              </a:defRPr>
            </a:lvl7pPr>
            <a:lvl8pPr algn="l">
              <a:defRPr sz="3375" b="1">
                <a:solidFill>
                  <a:srgbClr val="168A7A"/>
                </a:solidFill>
                <a:latin typeface="Arial"/>
                <a:ea typeface="Arial"/>
                <a:cs typeface="Arial"/>
              </a:defRPr>
            </a:lvl8pPr>
            <a:lvl9pPr algn="l">
              <a:defRPr sz="3375" b="1">
                <a:solidFill>
                  <a:srgbClr val="168A7A"/>
                </a:solidFill>
                <a:latin typeface="Arial"/>
                <a:ea typeface="Arial"/>
                <a:cs typeface="Arial"/>
              </a:defRPr>
            </a:lvl9pPr>
          </a:lstStyle>
          <a:p xmlns:a="http://schemas.openxmlformats.org/drawingml/2006/main">
            <a:pPr algn="l">
              <a:defRPr sz="3375" b="1">
                <a:solidFill>
                  <a:srgbClr val="168A7A"/>
                </a:solidFill>
                <a:latin typeface="Arial"/>
                <a:ea typeface="Arial"/>
                <a:cs typeface="Arial"/>
              </a:defRPr>
            </a:pPr>
            <a:r>
              <a:rPr sz="3375" b="1">
                <a:solidFill>
                  <a:srgbClr val="168A7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F500D49-DAB5-4114-AC83-300081CE670B}"/>
              </a:ext>
            </a:extLst>
          </p:cNvPr>
          <p:cNvSpPr>
            <a:spLocks xmlns:a="http://schemas.openxmlformats.org/drawingml/2006/main" noGrp="1"/>
          </p:cNvSpPr>
          <p:nvPr/>
        </p:nvSpPr>
        <p:spPr>
          <a:xfrm xmlns:a="http://schemas.openxmlformats.org/drawingml/2006/main">
            <a:off x="5619750" y="25336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7182A"/>
                </a:solidFill>
                <a:latin typeface="Arial"/>
                <a:ea typeface="Arial"/>
                <a:cs typeface="Arial"/>
              </a:defRPr>
            </a:defPPr>
            <a:lvl1pPr algn="l">
              <a:defRPr sz="2325" b="1">
                <a:solidFill>
                  <a:srgbClr val="17182A"/>
                </a:solidFill>
                <a:latin typeface="Arial"/>
                <a:ea typeface="Arial"/>
                <a:cs typeface="Arial"/>
              </a:defRPr>
            </a:lvl1pPr>
            <a:lvl2pPr algn="l">
              <a:defRPr sz="2325" b="1">
                <a:solidFill>
                  <a:srgbClr val="17182A"/>
                </a:solidFill>
                <a:latin typeface="Arial"/>
                <a:ea typeface="Arial"/>
                <a:cs typeface="Arial"/>
              </a:defRPr>
            </a:lvl2pPr>
            <a:lvl3pPr algn="l">
              <a:defRPr sz="2325" b="1">
                <a:solidFill>
                  <a:srgbClr val="17182A"/>
                </a:solidFill>
                <a:latin typeface="Arial"/>
                <a:ea typeface="Arial"/>
                <a:cs typeface="Arial"/>
              </a:defRPr>
            </a:lvl3pPr>
            <a:lvl4pPr algn="l">
              <a:defRPr sz="2325" b="1">
                <a:solidFill>
                  <a:srgbClr val="17182A"/>
                </a:solidFill>
                <a:latin typeface="Arial"/>
                <a:ea typeface="Arial"/>
                <a:cs typeface="Arial"/>
              </a:defRPr>
            </a:lvl4pPr>
            <a:lvl5pPr algn="l">
              <a:defRPr sz="2325" b="1">
                <a:solidFill>
                  <a:srgbClr val="17182A"/>
                </a:solidFill>
                <a:latin typeface="Arial"/>
                <a:ea typeface="Arial"/>
                <a:cs typeface="Arial"/>
              </a:defRPr>
            </a:lvl5pPr>
            <a:lvl6pPr algn="l">
              <a:defRPr sz="2325" b="1">
                <a:solidFill>
                  <a:srgbClr val="17182A"/>
                </a:solidFill>
                <a:latin typeface="Arial"/>
                <a:ea typeface="Arial"/>
                <a:cs typeface="Arial"/>
              </a:defRPr>
            </a:lvl6pPr>
            <a:lvl7pPr algn="l">
              <a:defRPr sz="2325" b="1">
                <a:solidFill>
                  <a:srgbClr val="17182A"/>
                </a:solidFill>
                <a:latin typeface="Arial"/>
                <a:ea typeface="Arial"/>
                <a:cs typeface="Arial"/>
              </a:defRPr>
            </a:lvl7pPr>
            <a:lvl8pPr algn="l">
              <a:defRPr sz="2325" b="1">
                <a:solidFill>
                  <a:srgbClr val="17182A"/>
                </a:solidFill>
                <a:latin typeface="Arial"/>
                <a:ea typeface="Arial"/>
                <a:cs typeface="Arial"/>
              </a:defRPr>
            </a:lvl8pPr>
            <a:lvl9pPr algn="l">
              <a:defRPr sz="2325" b="1">
                <a:solidFill>
                  <a:srgbClr val="17182A"/>
                </a:solidFill>
                <a:latin typeface="Arial"/>
                <a:ea typeface="Arial"/>
                <a:cs typeface="Arial"/>
              </a:defRPr>
            </a:lvl9pPr>
          </a:lstStyle>
          <a:p xmlns:a="http://schemas.openxmlformats.org/drawingml/2006/main">
            <a:pPr algn="l">
              <a:defRPr sz="2325" b="1">
                <a:solidFill>
                  <a:srgbClr val="17182A"/>
                </a:solidFill>
                <a:latin typeface="Arial"/>
                <a:ea typeface="Arial"/>
                <a:cs typeface="Arial"/>
              </a:defRPr>
            </a:pPr>
            <a:r>
              <a:rPr sz="2325" b="1">
                <a:solidFill>
                  <a:srgbClr val="17182A"/>
                </a:solidFill>
                <a:latin typeface="Arial"/>
                <a:ea typeface="Arial"/>
                <a:cs typeface="Arial"/>
              </a:rPr>
              <a:t>Assess</a:t>
            </a:r>
          </a:p>
        </p:txBody>
      </p:sp>
      <p:sp>
        <p:nvSpPr>
          <p:cNvPr id="10" name="">
            <a:extLst xmlns:a="http://schemas.openxmlformats.org/drawingml/2006/main">
              <a:ext uri="{FF2B5EF4-FFF2-40B4-BE49-F238E27FC236}">
                <a16:creationId xmlns:a16="http://schemas.microsoft.com/office/drawing/2014/main" id="{B8C2300D-05FC-4857-8366-531657E733E6}"/>
              </a:ext>
            </a:extLst>
          </p:cNvPr>
          <p:cNvSpPr>
            <a:spLocks xmlns:a="http://schemas.openxmlformats.org/drawingml/2006/main" noGrp="1"/>
          </p:cNvSpPr>
          <p:nvPr/>
        </p:nvSpPr>
        <p:spPr>
          <a:xfrm xmlns:a="http://schemas.openxmlformats.org/drawingml/2006/main">
            <a:off x="5638800" y="3028950"/>
            <a:ext cx="3190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A6B7E"/>
                </a:solidFill>
                <a:latin typeface="Arial"/>
                <a:ea typeface="Arial"/>
                <a:cs typeface="Arial"/>
              </a:defRPr>
            </a:defPPr>
            <a:lvl1pPr algn="l">
              <a:defRPr sz="1500" b="0">
                <a:solidFill>
                  <a:srgbClr val="6A6B7E"/>
                </a:solidFill>
                <a:latin typeface="Arial"/>
                <a:ea typeface="Arial"/>
                <a:cs typeface="Arial"/>
              </a:defRPr>
            </a:lvl1pPr>
            <a:lvl2pPr algn="l">
              <a:defRPr sz="1500" b="0">
                <a:solidFill>
                  <a:srgbClr val="6A6B7E"/>
                </a:solidFill>
                <a:latin typeface="Arial"/>
                <a:ea typeface="Arial"/>
                <a:cs typeface="Arial"/>
              </a:defRPr>
            </a:lvl2pPr>
            <a:lvl3pPr algn="l">
              <a:defRPr sz="1500" b="0">
                <a:solidFill>
                  <a:srgbClr val="6A6B7E"/>
                </a:solidFill>
                <a:latin typeface="Arial"/>
                <a:ea typeface="Arial"/>
                <a:cs typeface="Arial"/>
              </a:defRPr>
            </a:lvl3pPr>
            <a:lvl4pPr algn="l">
              <a:defRPr sz="1500" b="0">
                <a:solidFill>
                  <a:srgbClr val="6A6B7E"/>
                </a:solidFill>
                <a:latin typeface="Arial"/>
                <a:ea typeface="Arial"/>
                <a:cs typeface="Arial"/>
              </a:defRPr>
            </a:lvl4pPr>
            <a:lvl5pPr algn="l">
              <a:defRPr sz="1500" b="0">
                <a:solidFill>
                  <a:srgbClr val="6A6B7E"/>
                </a:solidFill>
                <a:latin typeface="Arial"/>
                <a:ea typeface="Arial"/>
                <a:cs typeface="Arial"/>
              </a:defRPr>
            </a:lvl5pPr>
            <a:lvl6pPr algn="l">
              <a:defRPr sz="1500" b="0">
                <a:solidFill>
                  <a:srgbClr val="6A6B7E"/>
                </a:solidFill>
                <a:latin typeface="Arial"/>
                <a:ea typeface="Arial"/>
                <a:cs typeface="Arial"/>
              </a:defRPr>
            </a:lvl6pPr>
            <a:lvl7pPr algn="l">
              <a:defRPr sz="1500" b="0">
                <a:solidFill>
                  <a:srgbClr val="6A6B7E"/>
                </a:solidFill>
                <a:latin typeface="Arial"/>
                <a:ea typeface="Arial"/>
                <a:cs typeface="Arial"/>
              </a:defRPr>
            </a:lvl7pPr>
            <a:lvl8pPr algn="l">
              <a:defRPr sz="1500" b="0">
                <a:solidFill>
                  <a:srgbClr val="6A6B7E"/>
                </a:solidFill>
                <a:latin typeface="Arial"/>
                <a:ea typeface="Arial"/>
                <a:cs typeface="Arial"/>
              </a:defRPr>
            </a:lvl8pPr>
            <a:lvl9pPr algn="l">
              <a:defRPr sz="1500" b="0">
                <a:solidFill>
                  <a:srgbClr val="6A6B7E"/>
                </a:solidFill>
                <a:latin typeface="Arial"/>
                <a:ea typeface="Arial"/>
                <a:cs typeface="Arial"/>
              </a:defRPr>
            </a:lvl9pPr>
          </a:lstStyle>
          <a:p xmlns:a="http://schemas.openxmlformats.org/drawingml/2006/main">
            <a:pPr algn="l">
              <a:defRPr sz="1500" b="0">
                <a:solidFill>
                  <a:srgbClr val="6A6B7E"/>
                </a:solidFill>
                <a:latin typeface="Arial"/>
                <a:ea typeface="Arial"/>
                <a:cs typeface="Arial"/>
              </a:defRPr>
            </a:pPr>
            <a:r>
              <a:rPr sz="1500" b="0">
                <a:solidFill>
                  <a:srgbClr val="6A6B7E"/>
                </a:solidFill>
                <a:latin typeface="Arial"/>
                <a:ea typeface="Arial"/>
                <a:cs typeface="Arial"/>
              </a:rPr>
              <a:t>Eligibility criteria take work to compare with a venture’s profile.</a:t>
            </a:r>
          </a:p>
        </p:txBody>
      </p:sp>
      <p:sp>
        <p:nvSpPr>
          <p:cNvPr id="11" name="">
            <a:extLst xmlns:a="http://schemas.openxmlformats.org/drawingml/2006/main">
              <a:ext uri="{FF2B5EF4-FFF2-40B4-BE49-F238E27FC236}">
                <a16:creationId xmlns:a16="http://schemas.microsoft.com/office/drawing/2014/main" id="{9CD2824E-C19B-48AD-A1BA-4FC45189EB40}"/>
              </a:ext>
            </a:extLst>
          </p:cNvPr>
          <p:cNvSpPr>
            <a:spLocks xmlns:a="http://schemas.openxmlformats.org/drawingml/2006/main" noGrp="1"/>
          </p:cNvSpPr>
          <p:nvPr/>
        </p:nvSpPr>
        <p:spPr>
          <a:xfrm xmlns:a="http://schemas.openxmlformats.org/drawingml/2006/main">
            <a:off x="4476750" y="4038600"/>
            <a:ext cx="3276600" cy="9525"/>
          </a:xfrm>
          <a:prstGeom xmlns:a="http://schemas.openxmlformats.org/drawingml/2006/main" prst="rect">
            <a:avLst/>
          </a:prstGeom>
          <a:solidFill xmlns:a="http://schemas.openxmlformats.org/drawingml/2006/main">
            <a:srgbClr val="D8D6D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AAEBC13-4464-4602-9932-8E24FB1F14DC}"/>
              </a:ext>
            </a:extLst>
          </p:cNvPr>
          <p:cNvSpPr>
            <a:spLocks xmlns:a="http://schemas.openxmlformats.org/drawingml/2006/main" noGrp="1"/>
          </p:cNvSpPr>
          <p:nvPr/>
        </p:nvSpPr>
        <p:spPr>
          <a:xfrm xmlns:a="http://schemas.openxmlformats.org/drawingml/2006/main">
            <a:off x="8334375" y="2571750"/>
            <a:ext cx="95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D78B37"/>
                </a:solidFill>
                <a:latin typeface="Arial"/>
                <a:ea typeface="Arial"/>
                <a:cs typeface="Arial"/>
              </a:defRPr>
            </a:defPPr>
            <a:lvl1pPr algn="l">
              <a:defRPr sz="3375" b="1">
                <a:solidFill>
                  <a:srgbClr val="D78B37"/>
                </a:solidFill>
                <a:latin typeface="Arial"/>
                <a:ea typeface="Arial"/>
                <a:cs typeface="Arial"/>
              </a:defRPr>
            </a:lvl1pPr>
            <a:lvl2pPr algn="l">
              <a:defRPr sz="3375" b="1">
                <a:solidFill>
                  <a:srgbClr val="D78B37"/>
                </a:solidFill>
                <a:latin typeface="Arial"/>
                <a:ea typeface="Arial"/>
                <a:cs typeface="Arial"/>
              </a:defRPr>
            </a:lvl2pPr>
            <a:lvl3pPr algn="l">
              <a:defRPr sz="3375" b="1">
                <a:solidFill>
                  <a:srgbClr val="D78B37"/>
                </a:solidFill>
                <a:latin typeface="Arial"/>
                <a:ea typeface="Arial"/>
                <a:cs typeface="Arial"/>
              </a:defRPr>
            </a:lvl3pPr>
            <a:lvl4pPr algn="l">
              <a:defRPr sz="3375" b="1">
                <a:solidFill>
                  <a:srgbClr val="D78B37"/>
                </a:solidFill>
                <a:latin typeface="Arial"/>
                <a:ea typeface="Arial"/>
                <a:cs typeface="Arial"/>
              </a:defRPr>
            </a:lvl4pPr>
            <a:lvl5pPr algn="l">
              <a:defRPr sz="3375" b="1">
                <a:solidFill>
                  <a:srgbClr val="D78B37"/>
                </a:solidFill>
                <a:latin typeface="Arial"/>
                <a:ea typeface="Arial"/>
                <a:cs typeface="Arial"/>
              </a:defRPr>
            </a:lvl5pPr>
            <a:lvl6pPr algn="l">
              <a:defRPr sz="3375" b="1">
                <a:solidFill>
                  <a:srgbClr val="D78B37"/>
                </a:solidFill>
                <a:latin typeface="Arial"/>
                <a:ea typeface="Arial"/>
                <a:cs typeface="Arial"/>
              </a:defRPr>
            </a:lvl6pPr>
            <a:lvl7pPr algn="l">
              <a:defRPr sz="3375" b="1">
                <a:solidFill>
                  <a:srgbClr val="D78B37"/>
                </a:solidFill>
                <a:latin typeface="Arial"/>
                <a:ea typeface="Arial"/>
                <a:cs typeface="Arial"/>
              </a:defRPr>
            </a:lvl7pPr>
            <a:lvl8pPr algn="l">
              <a:defRPr sz="3375" b="1">
                <a:solidFill>
                  <a:srgbClr val="D78B37"/>
                </a:solidFill>
                <a:latin typeface="Arial"/>
                <a:ea typeface="Arial"/>
                <a:cs typeface="Arial"/>
              </a:defRPr>
            </a:lvl8pPr>
            <a:lvl9pPr algn="l">
              <a:defRPr sz="3375" b="1">
                <a:solidFill>
                  <a:srgbClr val="D78B37"/>
                </a:solidFill>
                <a:latin typeface="Arial"/>
                <a:ea typeface="Arial"/>
                <a:cs typeface="Arial"/>
              </a:defRPr>
            </a:lvl9pPr>
          </a:lstStyle>
          <a:p xmlns:a="http://schemas.openxmlformats.org/drawingml/2006/main">
            <a:pPr algn="l">
              <a:defRPr sz="3375" b="1">
                <a:solidFill>
                  <a:srgbClr val="D78B37"/>
                </a:solidFill>
                <a:latin typeface="Arial"/>
                <a:ea typeface="Arial"/>
                <a:cs typeface="Arial"/>
              </a:defRPr>
            </a:pPr>
            <a:r>
              <a:rPr sz="3375" b="1">
                <a:solidFill>
                  <a:srgbClr val="D78B37"/>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7D662826-EA50-48E6-985F-537666D3F44A}"/>
              </a:ext>
            </a:extLst>
          </p:cNvPr>
          <p:cNvSpPr>
            <a:spLocks xmlns:a="http://schemas.openxmlformats.org/drawingml/2006/main" noGrp="1"/>
          </p:cNvSpPr>
          <p:nvPr/>
        </p:nvSpPr>
        <p:spPr>
          <a:xfrm xmlns:a="http://schemas.openxmlformats.org/drawingml/2006/main">
            <a:off x="9410700" y="25336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7182A"/>
                </a:solidFill>
                <a:latin typeface="Arial"/>
                <a:ea typeface="Arial"/>
                <a:cs typeface="Arial"/>
              </a:defRPr>
            </a:defPPr>
            <a:lvl1pPr algn="l">
              <a:defRPr sz="2325" b="1">
                <a:solidFill>
                  <a:srgbClr val="17182A"/>
                </a:solidFill>
                <a:latin typeface="Arial"/>
                <a:ea typeface="Arial"/>
                <a:cs typeface="Arial"/>
              </a:defRPr>
            </a:lvl1pPr>
            <a:lvl2pPr algn="l">
              <a:defRPr sz="2325" b="1">
                <a:solidFill>
                  <a:srgbClr val="17182A"/>
                </a:solidFill>
                <a:latin typeface="Arial"/>
                <a:ea typeface="Arial"/>
                <a:cs typeface="Arial"/>
              </a:defRPr>
            </a:lvl2pPr>
            <a:lvl3pPr algn="l">
              <a:defRPr sz="2325" b="1">
                <a:solidFill>
                  <a:srgbClr val="17182A"/>
                </a:solidFill>
                <a:latin typeface="Arial"/>
                <a:ea typeface="Arial"/>
                <a:cs typeface="Arial"/>
              </a:defRPr>
            </a:lvl3pPr>
            <a:lvl4pPr algn="l">
              <a:defRPr sz="2325" b="1">
                <a:solidFill>
                  <a:srgbClr val="17182A"/>
                </a:solidFill>
                <a:latin typeface="Arial"/>
                <a:ea typeface="Arial"/>
                <a:cs typeface="Arial"/>
              </a:defRPr>
            </a:lvl4pPr>
            <a:lvl5pPr algn="l">
              <a:defRPr sz="2325" b="1">
                <a:solidFill>
                  <a:srgbClr val="17182A"/>
                </a:solidFill>
                <a:latin typeface="Arial"/>
                <a:ea typeface="Arial"/>
                <a:cs typeface="Arial"/>
              </a:defRPr>
            </a:lvl5pPr>
            <a:lvl6pPr algn="l">
              <a:defRPr sz="2325" b="1">
                <a:solidFill>
                  <a:srgbClr val="17182A"/>
                </a:solidFill>
                <a:latin typeface="Arial"/>
                <a:ea typeface="Arial"/>
                <a:cs typeface="Arial"/>
              </a:defRPr>
            </a:lvl6pPr>
            <a:lvl7pPr algn="l">
              <a:defRPr sz="2325" b="1">
                <a:solidFill>
                  <a:srgbClr val="17182A"/>
                </a:solidFill>
                <a:latin typeface="Arial"/>
                <a:ea typeface="Arial"/>
                <a:cs typeface="Arial"/>
              </a:defRPr>
            </a:lvl7pPr>
            <a:lvl8pPr algn="l">
              <a:defRPr sz="2325" b="1">
                <a:solidFill>
                  <a:srgbClr val="17182A"/>
                </a:solidFill>
                <a:latin typeface="Arial"/>
                <a:ea typeface="Arial"/>
                <a:cs typeface="Arial"/>
              </a:defRPr>
            </a:lvl8pPr>
            <a:lvl9pPr algn="l">
              <a:defRPr sz="2325" b="1">
                <a:solidFill>
                  <a:srgbClr val="17182A"/>
                </a:solidFill>
                <a:latin typeface="Arial"/>
                <a:ea typeface="Arial"/>
                <a:cs typeface="Arial"/>
              </a:defRPr>
            </a:lvl9pPr>
          </a:lstStyle>
          <a:p xmlns:a="http://schemas.openxmlformats.org/drawingml/2006/main">
            <a:pPr algn="l">
              <a:defRPr sz="2325" b="1">
                <a:solidFill>
                  <a:srgbClr val="17182A"/>
                </a:solidFill>
                <a:latin typeface="Arial"/>
                <a:ea typeface="Arial"/>
                <a:cs typeface="Arial"/>
              </a:defRPr>
            </a:pPr>
            <a:r>
              <a:rPr sz="2325" b="1">
                <a:solidFill>
                  <a:srgbClr val="17182A"/>
                </a:solidFill>
                <a:latin typeface="Arial"/>
                <a:ea typeface="Arial"/>
                <a:cs typeface="Arial"/>
              </a:rPr>
              <a:t>Prepare</a:t>
            </a:r>
          </a:p>
        </p:txBody>
      </p:sp>
      <p:sp>
        <p:nvSpPr>
          <p:cNvPr id="14" name="">
            <a:extLst xmlns:a="http://schemas.openxmlformats.org/drawingml/2006/main">
              <a:ext uri="{FF2B5EF4-FFF2-40B4-BE49-F238E27FC236}">
                <a16:creationId xmlns:a16="http://schemas.microsoft.com/office/drawing/2014/main" id="{E3D5077E-F14B-4383-AEC0-0D68CE5C8B13}"/>
              </a:ext>
            </a:extLst>
          </p:cNvPr>
          <p:cNvSpPr>
            <a:spLocks xmlns:a="http://schemas.openxmlformats.org/drawingml/2006/main" noGrp="1"/>
          </p:cNvSpPr>
          <p:nvPr/>
        </p:nvSpPr>
        <p:spPr>
          <a:xfrm xmlns:a="http://schemas.openxmlformats.org/drawingml/2006/main">
            <a:off x="9429750" y="3028950"/>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A6B7E"/>
                </a:solidFill>
                <a:latin typeface="Arial"/>
                <a:ea typeface="Arial"/>
                <a:cs typeface="Arial"/>
              </a:defRPr>
            </a:defPPr>
            <a:lvl1pPr algn="l">
              <a:defRPr sz="1500" b="0">
                <a:solidFill>
                  <a:srgbClr val="6A6B7E"/>
                </a:solidFill>
                <a:latin typeface="Arial"/>
                <a:ea typeface="Arial"/>
                <a:cs typeface="Arial"/>
              </a:defRPr>
            </a:lvl1pPr>
            <a:lvl2pPr algn="l">
              <a:defRPr sz="1500" b="0">
                <a:solidFill>
                  <a:srgbClr val="6A6B7E"/>
                </a:solidFill>
                <a:latin typeface="Arial"/>
                <a:ea typeface="Arial"/>
                <a:cs typeface="Arial"/>
              </a:defRPr>
            </a:lvl2pPr>
            <a:lvl3pPr algn="l">
              <a:defRPr sz="1500" b="0">
                <a:solidFill>
                  <a:srgbClr val="6A6B7E"/>
                </a:solidFill>
                <a:latin typeface="Arial"/>
                <a:ea typeface="Arial"/>
                <a:cs typeface="Arial"/>
              </a:defRPr>
            </a:lvl3pPr>
            <a:lvl4pPr algn="l">
              <a:defRPr sz="1500" b="0">
                <a:solidFill>
                  <a:srgbClr val="6A6B7E"/>
                </a:solidFill>
                <a:latin typeface="Arial"/>
                <a:ea typeface="Arial"/>
                <a:cs typeface="Arial"/>
              </a:defRPr>
            </a:lvl4pPr>
            <a:lvl5pPr algn="l">
              <a:defRPr sz="1500" b="0">
                <a:solidFill>
                  <a:srgbClr val="6A6B7E"/>
                </a:solidFill>
                <a:latin typeface="Arial"/>
                <a:ea typeface="Arial"/>
                <a:cs typeface="Arial"/>
              </a:defRPr>
            </a:lvl5pPr>
            <a:lvl6pPr algn="l">
              <a:defRPr sz="1500" b="0">
                <a:solidFill>
                  <a:srgbClr val="6A6B7E"/>
                </a:solidFill>
                <a:latin typeface="Arial"/>
                <a:ea typeface="Arial"/>
                <a:cs typeface="Arial"/>
              </a:defRPr>
            </a:lvl6pPr>
            <a:lvl7pPr algn="l">
              <a:defRPr sz="1500" b="0">
                <a:solidFill>
                  <a:srgbClr val="6A6B7E"/>
                </a:solidFill>
                <a:latin typeface="Arial"/>
                <a:ea typeface="Arial"/>
                <a:cs typeface="Arial"/>
              </a:defRPr>
            </a:lvl7pPr>
            <a:lvl8pPr algn="l">
              <a:defRPr sz="1500" b="0">
                <a:solidFill>
                  <a:srgbClr val="6A6B7E"/>
                </a:solidFill>
                <a:latin typeface="Arial"/>
                <a:ea typeface="Arial"/>
                <a:cs typeface="Arial"/>
              </a:defRPr>
            </a:lvl8pPr>
            <a:lvl9pPr algn="l">
              <a:defRPr sz="1500" b="0">
                <a:solidFill>
                  <a:srgbClr val="6A6B7E"/>
                </a:solidFill>
                <a:latin typeface="Arial"/>
                <a:ea typeface="Arial"/>
                <a:cs typeface="Arial"/>
              </a:defRPr>
            </a:lvl9pPr>
          </a:lstStyle>
          <a:p xmlns:a="http://schemas.openxmlformats.org/drawingml/2006/main">
            <a:pPr algn="l">
              <a:defRPr sz="1500" b="0">
                <a:solidFill>
                  <a:srgbClr val="6A6B7E"/>
                </a:solidFill>
                <a:latin typeface="Arial"/>
                <a:ea typeface="Arial"/>
                <a:cs typeface="Arial"/>
              </a:defRPr>
            </a:pPr>
            <a:r>
              <a:rPr sz="1500" b="0">
                <a:solidFill>
                  <a:srgbClr val="6A6B7E"/>
                </a:solidFill>
                <a:latin typeface="Arial"/>
                <a:ea typeface="Arial"/>
                <a:cs typeface="Arial"/>
              </a:rPr>
              <a:t>Application answers often need to be drafted and adapted one program at a time.</a:t>
            </a:r>
          </a:p>
        </p:txBody>
      </p:sp>
      <p:sp>
        <p:nvSpPr>
          <p:cNvPr id="15" name="">
            <a:extLst xmlns:a="http://schemas.openxmlformats.org/drawingml/2006/main">
              <a:ext uri="{FF2B5EF4-FFF2-40B4-BE49-F238E27FC236}">
                <a16:creationId xmlns:a16="http://schemas.microsoft.com/office/drawing/2014/main" id="{E8149096-26BC-4215-AD03-2660A5B240AF}"/>
              </a:ext>
            </a:extLst>
          </p:cNvPr>
          <p:cNvSpPr>
            <a:spLocks xmlns:a="http://schemas.openxmlformats.org/drawingml/2006/main" noGrp="1"/>
          </p:cNvSpPr>
          <p:nvPr/>
        </p:nvSpPr>
        <p:spPr>
          <a:xfrm xmlns:a="http://schemas.openxmlformats.org/drawingml/2006/main">
            <a:off x="685800" y="4667250"/>
            <a:ext cx="10820400" cy="1009650"/>
          </a:xfrm>
          <a:prstGeom xmlns:a="http://schemas.openxmlformats.org/drawingml/2006/main" prst="roundRect">
            <a:avLst>
              <a:gd name="adj" fmla="val 16981"/>
            </a:avLst>
          </a:prstGeom>
          <a:solidFill xmlns:a="http://schemas.openxmlformats.org/drawingml/2006/main">
            <a:srgbClr val="10122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B4795B0-43D4-495B-B299-683080146549}"/>
              </a:ext>
            </a:extLst>
          </p:cNvPr>
          <p:cNvSpPr>
            <a:spLocks xmlns:a="http://schemas.openxmlformats.org/drawingml/2006/main" noGrp="1"/>
          </p:cNvSpPr>
          <p:nvPr/>
        </p:nvSpPr>
        <p:spPr>
          <a:xfrm xmlns:a="http://schemas.openxmlformats.org/drawingml/2006/main">
            <a:off x="990600" y="4943475"/>
            <a:ext cx="1019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FFFFFF"/>
                </a:solidFill>
                <a:latin typeface="Arial"/>
                <a:ea typeface="Arial"/>
                <a:cs typeface="Arial"/>
              </a:defRPr>
            </a:defPPr>
            <a:lvl1pPr algn="l">
              <a:defRPr sz="1950" b="1">
                <a:solidFill>
                  <a:srgbClr val="FFFFFF"/>
                </a:solidFill>
                <a:latin typeface="Arial"/>
                <a:ea typeface="Arial"/>
                <a:cs typeface="Arial"/>
              </a:defRPr>
            </a:lvl1pPr>
            <a:lvl2pPr algn="l">
              <a:defRPr sz="1950" b="1">
                <a:solidFill>
                  <a:srgbClr val="FFFFFF"/>
                </a:solidFill>
                <a:latin typeface="Arial"/>
                <a:ea typeface="Arial"/>
                <a:cs typeface="Arial"/>
              </a:defRPr>
            </a:lvl2pPr>
            <a:lvl3pPr algn="l">
              <a:defRPr sz="1950" b="1">
                <a:solidFill>
                  <a:srgbClr val="FFFFFF"/>
                </a:solidFill>
                <a:latin typeface="Arial"/>
                <a:ea typeface="Arial"/>
                <a:cs typeface="Arial"/>
              </a:defRPr>
            </a:lvl3pPr>
            <a:lvl4pPr algn="l">
              <a:defRPr sz="1950" b="1">
                <a:solidFill>
                  <a:srgbClr val="FFFFFF"/>
                </a:solidFill>
                <a:latin typeface="Arial"/>
                <a:ea typeface="Arial"/>
                <a:cs typeface="Arial"/>
              </a:defRPr>
            </a:lvl4pPr>
            <a:lvl5pPr algn="l">
              <a:defRPr sz="1950" b="1">
                <a:solidFill>
                  <a:srgbClr val="FFFFFF"/>
                </a:solidFill>
                <a:latin typeface="Arial"/>
                <a:ea typeface="Arial"/>
                <a:cs typeface="Arial"/>
              </a:defRPr>
            </a:lvl5pPr>
            <a:lvl6pPr algn="l">
              <a:defRPr sz="1950" b="1">
                <a:solidFill>
                  <a:srgbClr val="FFFFFF"/>
                </a:solidFill>
                <a:latin typeface="Arial"/>
                <a:ea typeface="Arial"/>
                <a:cs typeface="Arial"/>
              </a:defRPr>
            </a:lvl6pPr>
            <a:lvl7pPr algn="l">
              <a:defRPr sz="1950" b="1">
                <a:solidFill>
                  <a:srgbClr val="FFFFFF"/>
                </a:solidFill>
                <a:latin typeface="Arial"/>
                <a:ea typeface="Arial"/>
                <a:cs typeface="Arial"/>
              </a:defRPr>
            </a:lvl7pPr>
            <a:lvl8pPr algn="l">
              <a:defRPr sz="1950" b="1">
                <a:solidFill>
                  <a:srgbClr val="FFFFFF"/>
                </a:solidFill>
                <a:latin typeface="Arial"/>
                <a:ea typeface="Arial"/>
                <a:cs typeface="Arial"/>
              </a:defRPr>
            </a:lvl8pPr>
            <a:lvl9pPr algn="l">
              <a:defRPr sz="1950" b="1">
                <a:solidFill>
                  <a:srgbClr val="FFFFFF"/>
                </a:solidFill>
                <a:latin typeface="Arial"/>
                <a:ea typeface="Arial"/>
                <a:cs typeface="Arial"/>
              </a:defRPr>
            </a:lvl9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AutoGrant narrows the search and gives founders a reason to review each match.</a:t>
            </a:r>
          </a:p>
        </p:txBody>
      </p:sp>
      <p:sp>
        <p:nvSpPr>
          <p:cNvPr id="17" name="">
            <a:extLst xmlns:a="http://schemas.openxmlformats.org/drawingml/2006/main">
              <a:ext uri="{FF2B5EF4-FFF2-40B4-BE49-F238E27FC236}">
                <a16:creationId xmlns:a16="http://schemas.microsoft.com/office/drawing/2014/main" id="{38D182FE-C60B-4340-8355-76EBECB75116}"/>
              </a:ext>
            </a:extLst>
          </p:cNvPr>
          <p:cNvSpPr>
            <a:spLocks xmlns:a="http://schemas.openxmlformats.org/drawingml/2006/main" noGrp="1"/>
          </p:cNvSpPr>
          <p:nvPr/>
        </p:nvSpPr>
        <p:spPr>
          <a:xfrm xmlns:a="http://schemas.openxmlformats.org/drawingml/2006/main">
            <a:off x="609600" y="64579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6A6B7E"/>
                </a:solidFill>
                <a:latin typeface="Arial"/>
                <a:ea typeface="Arial"/>
                <a:cs typeface="Arial"/>
              </a:defRPr>
            </a:defPPr>
            <a:lvl1pPr algn="l">
              <a:defRPr sz="900" b="1">
                <a:solidFill>
                  <a:srgbClr val="6A6B7E"/>
                </a:solidFill>
                <a:latin typeface="Arial"/>
                <a:ea typeface="Arial"/>
                <a:cs typeface="Arial"/>
              </a:defRPr>
            </a:lvl1pPr>
            <a:lvl2pPr algn="l">
              <a:defRPr sz="900" b="1">
                <a:solidFill>
                  <a:srgbClr val="6A6B7E"/>
                </a:solidFill>
                <a:latin typeface="Arial"/>
                <a:ea typeface="Arial"/>
                <a:cs typeface="Arial"/>
              </a:defRPr>
            </a:lvl2pPr>
            <a:lvl3pPr algn="l">
              <a:defRPr sz="900" b="1">
                <a:solidFill>
                  <a:srgbClr val="6A6B7E"/>
                </a:solidFill>
                <a:latin typeface="Arial"/>
                <a:ea typeface="Arial"/>
                <a:cs typeface="Arial"/>
              </a:defRPr>
            </a:lvl3pPr>
            <a:lvl4pPr algn="l">
              <a:defRPr sz="900" b="1">
                <a:solidFill>
                  <a:srgbClr val="6A6B7E"/>
                </a:solidFill>
                <a:latin typeface="Arial"/>
                <a:ea typeface="Arial"/>
                <a:cs typeface="Arial"/>
              </a:defRPr>
            </a:lvl4pPr>
            <a:lvl5pPr algn="l">
              <a:defRPr sz="900" b="1">
                <a:solidFill>
                  <a:srgbClr val="6A6B7E"/>
                </a:solidFill>
                <a:latin typeface="Arial"/>
                <a:ea typeface="Arial"/>
                <a:cs typeface="Arial"/>
              </a:defRPr>
            </a:lvl5pPr>
            <a:lvl6pPr algn="l">
              <a:defRPr sz="900" b="1">
                <a:solidFill>
                  <a:srgbClr val="6A6B7E"/>
                </a:solidFill>
                <a:latin typeface="Arial"/>
                <a:ea typeface="Arial"/>
                <a:cs typeface="Arial"/>
              </a:defRPr>
            </a:lvl6pPr>
            <a:lvl7pPr algn="l">
              <a:defRPr sz="900" b="1">
                <a:solidFill>
                  <a:srgbClr val="6A6B7E"/>
                </a:solidFill>
                <a:latin typeface="Arial"/>
                <a:ea typeface="Arial"/>
                <a:cs typeface="Arial"/>
              </a:defRPr>
            </a:lvl7pPr>
            <a:lvl8pPr algn="l">
              <a:defRPr sz="900" b="1">
                <a:solidFill>
                  <a:srgbClr val="6A6B7E"/>
                </a:solidFill>
                <a:latin typeface="Arial"/>
                <a:ea typeface="Arial"/>
                <a:cs typeface="Arial"/>
              </a:defRPr>
            </a:lvl8pPr>
            <a:lvl9pPr algn="l">
              <a:defRPr sz="900" b="1">
                <a:solidFill>
                  <a:srgbClr val="6A6B7E"/>
                </a:solidFill>
                <a:latin typeface="Arial"/>
                <a:ea typeface="Arial"/>
                <a:cs typeface="Arial"/>
              </a:defRPr>
            </a:lvl9pPr>
          </a:lstStyle>
          <a:p xmlns:a="http://schemas.openxmlformats.org/drawingml/2006/main">
            <a:pPr algn="l">
              <a:defRPr sz="900" b="1">
                <a:solidFill>
                  <a:srgbClr val="6A6B7E"/>
                </a:solidFill>
                <a:latin typeface="Arial"/>
                <a:ea typeface="Arial"/>
                <a:cs typeface="Arial"/>
              </a:defRPr>
            </a:pPr>
            <a:r>
              <a:rPr sz="900" b="1">
                <a:solidFill>
                  <a:srgbClr val="6A6B7E"/>
                </a:solidFill>
                <a:latin typeface="Arial"/>
                <a:ea typeface="Arial"/>
                <a:cs typeface="Arial"/>
              </a:rPr>
              <a:t>AUTOGRANT  /  PROJECT OVERVIEW</a:t>
            </a:r>
          </a:p>
        </p:txBody>
      </p:sp>
      <p:sp>
        <p:nvSpPr>
          <p:cNvPr id="18" name="">
            <a:extLst xmlns:a="http://schemas.openxmlformats.org/drawingml/2006/main">
              <a:ext uri="{FF2B5EF4-FFF2-40B4-BE49-F238E27FC236}">
                <a16:creationId xmlns:a16="http://schemas.microsoft.com/office/drawing/2014/main" id="{ADE15105-65C5-4635-8E49-350AB8604359}"/>
              </a:ext>
            </a:extLst>
          </p:cNvPr>
          <p:cNvSpPr>
            <a:spLocks xmlns:a="http://schemas.openxmlformats.org/drawingml/2006/main" noGrp="1"/>
          </p:cNvSpPr>
          <p:nvPr/>
        </p:nvSpPr>
        <p:spPr>
          <a:xfrm xmlns:a="http://schemas.openxmlformats.org/drawingml/2006/main">
            <a:off x="11334750" y="64389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6A6B7E"/>
                </a:solidFill>
                <a:latin typeface="Arial"/>
                <a:ea typeface="Arial"/>
                <a:cs typeface="Arial"/>
              </a:defRPr>
            </a:defPPr>
            <a:lvl1pPr algn="r">
              <a:defRPr sz="900" b="1">
                <a:solidFill>
                  <a:srgbClr val="6A6B7E"/>
                </a:solidFill>
                <a:latin typeface="Arial"/>
                <a:ea typeface="Arial"/>
                <a:cs typeface="Arial"/>
              </a:defRPr>
            </a:lvl1pPr>
            <a:lvl2pPr algn="r">
              <a:defRPr sz="900" b="1">
                <a:solidFill>
                  <a:srgbClr val="6A6B7E"/>
                </a:solidFill>
                <a:latin typeface="Arial"/>
                <a:ea typeface="Arial"/>
                <a:cs typeface="Arial"/>
              </a:defRPr>
            </a:lvl2pPr>
            <a:lvl3pPr algn="r">
              <a:defRPr sz="900" b="1">
                <a:solidFill>
                  <a:srgbClr val="6A6B7E"/>
                </a:solidFill>
                <a:latin typeface="Arial"/>
                <a:ea typeface="Arial"/>
                <a:cs typeface="Arial"/>
              </a:defRPr>
            </a:lvl3pPr>
            <a:lvl4pPr algn="r">
              <a:defRPr sz="900" b="1">
                <a:solidFill>
                  <a:srgbClr val="6A6B7E"/>
                </a:solidFill>
                <a:latin typeface="Arial"/>
                <a:ea typeface="Arial"/>
                <a:cs typeface="Arial"/>
              </a:defRPr>
            </a:lvl4pPr>
            <a:lvl5pPr algn="r">
              <a:defRPr sz="900" b="1">
                <a:solidFill>
                  <a:srgbClr val="6A6B7E"/>
                </a:solidFill>
                <a:latin typeface="Arial"/>
                <a:ea typeface="Arial"/>
                <a:cs typeface="Arial"/>
              </a:defRPr>
            </a:lvl5pPr>
            <a:lvl6pPr algn="r">
              <a:defRPr sz="900" b="1">
                <a:solidFill>
                  <a:srgbClr val="6A6B7E"/>
                </a:solidFill>
                <a:latin typeface="Arial"/>
                <a:ea typeface="Arial"/>
                <a:cs typeface="Arial"/>
              </a:defRPr>
            </a:lvl6pPr>
            <a:lvl7pPr algn="r">
              <a:defRPr sz="900" b="1">
                <a:solidFill>
                  <a:srgbClr val="6A6B7E"/>
                </a:solidFill>
                <a:latin typeface="Arial"/>
                <a:ea typeface="Arial"/>
                <a:cs typeface="Arial"/>
              </a:defRPr>
            </a:lvl7pPr>
            <a:lvl8pPr algn="r">
              <a:defRPr sz="900" b="1">
                <a:solidFill>
                  <a:srgbClr val="6A6B7E"/>
                </a:solidFill>
                <a:latin typeface="Arial"/>
                <a:ea typeface="Arial"/>
                <a:cs typeface="Arial"/>
              </a:defRPr>
            </a:lvl8pPr>
            <a:lvl9pPr algn="r">
              <a:defRPr sz="900" b="1">
                <a:solidFill>
                  <a:srgbClr val="6A6B7E"/>
                </a:solidFill>
                <a:latin typeface="Arial"/>
                <a:ea typeface="Arial"/>
                <a:cs typeface="Arial"/>
              </a:defRPr>
            </a:lvl9pPr>
          </a:lstStyle>
          <a:p xmlns:a="http://schemas.openxmlformats.org/drawingml/2006/main">
            <a:pPr algn="r">
              <a:defRPr sz="900" b="1">
                <a:solidFill>
                  <a:srgbClr val="6A6B7E"/>
                </a:solidFill>
                <a:latin typeface="Arial"/>
                <a:ea typeface="Arial"/>
                <a:cs typeface="Arial"/>
              </a:defRPr>
            </a:pPr>
            <a:r>
              <a:rPr sz="900" b="1">
                <a:solidFill>
                  <a:srgbClr val="6A6B7E"/>
                </a:solidFill>
                <a:latin typeface="Arial"/>
                <a:ea typeface="Arial"/>
                <a:cs typeface="Arial"/>
              </a:rPr>
              <a:t>02</a:t>
            </a:r>
          </a:p>
        </p:txBody>
      </p:sp>
    </p:spTree>
    <p:extLst>
      <p:ext uri="{BB962C8B-B14F-4D97-AF65-F5344CB8AC3E}">
        <p14:creationId xmlns:p14="http://schemas.microsoft.com/office/powerpoint/2010/main" val="184690973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E00C442-7AE7-458D-B3AB-CE9608EDAF04}"/>
              </a:ext>
            </a:extLst>
          </p:cNvPr>
          <p:cNvSpPr>
            <a:spLocks xmlns:a="http://schemas.openxmlformats.org/drawingml/2006/main" noGrp="1"/>
          </p:cNvSpPr>
          <p:nvPr/>
        </p:nvSpPr>
        <p:spPr>
          <a:xfrm xmlns:a="http://schemas.openxmlformats.org/drawingml/2006/main">
            <a:off x="685800" y="400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554E8"/>
                </a:solidFill>
                <a:latin typeface="Arial"/>
                <a:ea typeface="Arial"/>
                <a:cs typeface="Arial"/>
              </a:defRPr>
            </a:defPPr>
            <a:lvl1pPr algn="l">
              <a:defRPr sz="975" b="1">
                <a:solidFill>
                  <a:srgbClr val="6554E8"/>
                </a:solidFill>
                <a:latin typeface="Arial"/>
                <a:ea typeface="Arial"/>
                <a:cs typeface="Arial"/>
              </a:defRPr>
            </a:lvl1pPr>
            <a:lvl2pPr algn="l">
              <a:defRPr sz="975" b="1">
                <a:solidFill>
                  <a:srgbClr val="6554E8"/>
                </a:solidFill>
                <a:latin typeface="Arial"/>
                <a:ea typeface="Arial"/>
                <a:cs typeface="Arial"/>
              </a:defRPr>
            </a:lvl2pPr>
            <a:lvl3pPr algn="l">
              <a:defRPr sz="975" b="1">
                <a:solidFill>
                  <a:srgbClr val="6554E8"/>
                </a:solidFill>
                <a:latin typeface="Arial"/>
                <a:ea typeface="Arial"/>
                <a:cs typeface="Arial"/>
              </a:defRPr>
            </a:lvl3pPr>
            <a:lvl4pPr algn="l">
              <a:defRPr sz="975" b="1">
                <a:solidFill>
                  <a:srgbClr val="6554E8"/>
                </a:solidFill>
                <a:latin typeface="Arial"/>
                <a:ea typeface="Arial"/>
                <a:cs typeface="Arial"/>
              </a:defRPr>
            </a:lvl4pPr>
            <a:lvl5pPr algn="l">
              <a:defRPr sz="975" b="1">
                <a:solidFill>
                  <a:srgbClr val="6554E8"/>
                </a:solidFill>
                <a:latin typeface="Arial"/>
                <a:ea typeface="Arial"/>
                <a:cs typeface="Arial"/>
              </a:defRPr>
            </a:lvl5pPr>
            <a:lvl6pPr algn="l">
              <a:defRPr sz="975" b="1">
                <a:solidFill>
                  <a:srgbClr val="6554E8"/>
                </a:solidFill>
                <a:latin typeface="Arial"/>
                <a:ea typeface="Arial"/>
                <a:cs typeface="Arial"/>
              </a:defRPr>
            </a:lvl6pPr>
            <a:lvl7pPr algn="l">
              <a:defRPr sz="975" b="1">
                <a:solidFill>
                  <a:srgbClr val="6554E8"/>
                </a:solidFill>
                <a:latin typeface="Arial"/>
                <a:ea typeface="Arial"/>
                <a:cs typeface="Arial"/>
              </a:defRPr>
            </a:lvl7pPr>
            <a:lvl8pPr algn="l">
              <a:defRPr sz="975" b="1">
                <a:solidFill>
                  <a:srgbClr val="6554E8"/>
                </a:solidFill>
                <a:latin typeface="Arial"/>
                <a:ea typeface="Arial"/>
                <a:cs typeface="Arial"/>
              </a:defRPr>
            </a:lvl8pPr>
            <a:lvl9pPr algn="l">
              <a:defRPr sz="975" b="1">
                <a:solidFill>
                  <a:srgbClr val="6554E8"/>
                </a:solidFill>
                <a:latin typeface="Arial"/>
                <a:ea typeface="Arial"/>
                <a:cs typeface="Arial"/>
              </a:defRPr>
            </a:lvl9pPr>
          </a:lstStyle>
          <a:p xmlns:a="http://schemas.openxmlformats.org/drawingml/2006/main">
            <a:pPr algn="l">
              <a:defRPr sz="975" b="1">
                <a:solidFill>
                  <a:srgbClr val="6554E8"/>
                </a:solidFill>
                <a:latin typeface="Arial"/>
                <a:ea typeface="Arial"/>
                <a:cs typeface="Arial"/>
              </a:defRPr>
            </a:pPr>
            <a:r>
              <a:rPr sz="975" b="1">
                <a:solidFill>
                  <a:srgbClr val="6554E8"/>
                </a:solidFill>
                <a:latin typeface="Arial"/>
                <a:ea typeface="Arial"/>
                <a:cs typeface="Arial"/>
              </a:rPr>
              <a:t>THE PRODUCT</a:t>
            </a:r>
          </a:p>
        </p:txBody>
      </p:sp>
      <p:sp>
        <p:nvSpPr>
          <p:cNvPr id="2" name="">
            <a:extLst xmlns:a="http://schemas.openxmlformats.org/drawingml/2006/main">
              <a:ext uri="{FF2B5EF4-FFF2-40B4-BE49-F238E27FC236}">
                <a16:creationId xmlns:a16="http://schemas.microsoft.com/office/drawing/2014/main" id="{679C3BDC-B1D7-4BFC-9A35-F5E24503BA36}"/>
              </a:ext>
            </a:extLst>
          </p:cNvPr>
          <p:cNvSpPr>
            <a:spLocks xmlns:a="http://schemas.openxmlformats.org/drawingml/2006/main" noGrp="1"/>
          </p:cNvSpPr>
          <p:nvPr/>
        </p:nvSpPr>
        <p:spPr>
          <a:xfrm xmlns:a="http://schemas.openxmlformats.org/drawingml/2006/main">
            <a:off x="685800" y="78105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7182A"/>
                </a:solidFill>
                <a:latin typeface="Arial"/>
                <a:ea typeface="Arial"/>
                <a:cs typeface="Arial"/>
              </a:defRPr>
            </a:defPPr>
            <a:lvl1pPr algn="l">
              <a:defRPr sz="3150" b="1">
                <a:solidFill>
                  <a:srgbClr val="17182A"/>
                </a:solidFill>
                <a:latin typeface="Arial"/>
                <a:ea typeface="Arial"/>
                <a:cs typeface="Arial"/>
              </a:defRPr>
            </a:lvl1pPr>
            <a:lvl2pPr algn="l">
              <a:defRPr sz="3150" b="1">
                <a:solidFill>
                  <a:srgbClr val="17182A"/>
                </a:solidFill>
                <a:latin typeface="Arial"/>
                <a:ea typeface="Arial"/>
                <a:cs typeface="Arial"/>
              </a:defRPr>
            </a:lvl2pPr>
            <a:lvl3pPr algn="l">
              <a:defRPr sz="3150" b="1">
                <a:solidFill>
                  <a:srgbClr val="17182A"/>
                </a:solidFill>
                <a:latin typeface="Arial"/>
                <a:ea typeface="Arial"/>
                <a:cs typeface="Arial"/>
              </a:defRPr>
            </a:lvl3pPr>
            <a:lvl4pPr algn="l">
              <a:defRPr sz="3150" b="1">
                <a:solidFill>
                  <a:srgbClr val="17182A"/>
                </a:solidFill>
                <a:latin typeface="Arial"/>
                <a:ea typeface="Arial"/>
                <a:cs typeface="Arial"/>
              </a:defRPr>
            </a:lvl4pPr>
            <a:lvl5pPr algn="l">
              <a:defRPr sz="3150" b="1">
                <a:solidFill>
                  <a:srgbClr val="17182A"/>
                </a:solidFill>
                <a:latin typeface="Arial"/>
                <a:ea typeface="Arial"/>
                <a:cs typeface="Arial"/>
              </a:defRPr>
            </a:lvl5pPr>
            <a:lvl6pPr algn="l">
              <a:defRPr sz="3150" b="1">
                <a:solidFill>
                  <a:srgbClr val="17182A"/>
                </a:solidFill>
                <a:latin typeface="Arial"/>
                <a:ea typeface="Arial"/>
                <a:cs typeface="Arial"/>
              </a:defRPr>
            </a:lvl6pPr>
            <a:lvl7pPr algn="l">
              <a:defRPr sz="3150" b="1">
                <a:solidFill>
                  <a:srgbClr val="17182A"/>
                </a:solidFill>
                <a:latin typeface="Arial"/>
                <a:ea typeface="Arial"/>
                <a:cs typeface="Arial"/>
              </a:defRPr>
            </a:lvl7pPr>
            <a:lvl8pPr algn="l">
              <a:defRPr sz="3150" b="1">
                <a:solidFill>
                  <a:srgbClr val="17182A"/>
                </a:solidFill>
                <a:latin typeface="Arial"/>
                <a:ea typeface="Arial"/>
                <a:cs typeface="Arial"/>
              </a:defRPr>
            </a:lvl8pPr>
            <a:lvl9pPr algn="l">
              <a:defRPr sz="3150" b="1">
                <a:solidFill>
                  <a:srgbClr val="17182A"/>
                </a:solidFill>
                <a:latin typeface="Arial"/>
                <a:ea typeface="Arial"/>
                <a:cs typeface="Arial"/>
              </a:defRPr>
            </a:lvl9pPr>
          </a:lstStyle>
          <a:p xmlns:a="http://schemas.openxmlformats.org/drawingml/2006/main">
            <a:pPr algn="l">
              <a:defRPr sz="3150" b="1">
                <a:solidFill>
                  <a:srgbClr val="17182A"/>
                </a:solidFill>
                <a:latin typeface="Arial"/>
                <a:ea typeface="Arial"/>
                <a:cs typeface="Arial"/>
              </a:defRPr>
            </a:pPr>
            <a:r>
              <a:rPr sz="3150" b="1">
                <a:solidFill>
                  <a:srgbClr val="17182A"/>
                </a:solidFill>
                <a:latin typeface="Arial"/>
                <a:ea typeface="Arial"/>
                <a:cs typeface="Arial"/>
              </a:rPr>
              <a:t>A shortlist with a reason to look closer</a:t>
            </a:r>
          </a:p>
        </p:txBody>
      </p:sp>
      <p:sp>
        <p:nvSpPr>
          <p:cNvPr id="3" name="">
            <a:extLst xmlns:a="http://schemas.openxmlformats.org/drawingml/2006/main">
              <a:ext uri="{FF2B5EF4-FFF2-40B4-BE49-F238E27FC236}">
                <a16:creationId xmlns:a16="http://schemas.microsoft.com/office/drawing/2014/main" id="{A110785F-138B-4AC0-94C8-C6657BB6F5D1}"/>
              </a:ext>
            </a:extLst>
          </p:cNvPr>
          <p:cNvSpPr>
            <a:spLocks xmlns:a="http://schemas.openxmlformats.org/drawingml/2006/main" noGrp="1"/>
          </p:cNvSpPr>
          <p:nvPr/>
        </p:nvSpPr>
        <p:spPr>
          <a:xfrm xmlns:a="http://schemas.openxmlformats.org/drawingml/2006/main">
            <a:off x="704850" y="15049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A6B7E"/>
                </a:solidFill>
                <a:latin typeface="Arial"/>
                <a:ea typeface="Arial"/>
                <a:cs typeface="Arial"/>
              </a:defRPr>
            </a:defPPr>
            <a:lvl1pPr algn="l">
              <a:defRPr sz="1575" b="0">
                <a:solidFill>
                  <a:srgbClr val="6A6B7E"/>
                </a:solidFill>
                <a:latin typeface="Arial"/>
                <a:ea typeface="Arial"/>
                <a:cs typeface="Arial"/>
              </a:defRPr>
            </a:lvl1pPr>
            <a:lvl2pPr algn="l">
              <a:defRPr sz="1575" b="0">
                <a:solidFill>
                  <a:srgbClr val="6A6B7E"/>
                </a:solidFill>
                <a:latin typeface="Arial"/>
                <a:ea typeface="Arial"/>
                <a:cs typeface="Arial"/>
              </a:defRPr>
            </a:lvl2pPr>
            <a:lvl3pPr algn="l">
              <a:defRPr sz="1575" b="0">
                <a:solidFill>
                  <a:srgbClr val="6A6B7E"/>
                </a:solidFill>
                <a:latin typeface="Arial"/>
                <a:ea typeface="Arial"/>
                <a:cs typeface="Arial"/>
              </a:defRPr>
            </a:lvl3pPr>
            <a:lvl4pPr algn="l">
              <a:defRPr sz="1575" b="0">
                <a:solidFill>
                  <a:srgbClr val="6A6B7E"/>
                </a:solidFill>
                <a:latin typeface="Arial"/>
                <a:ea typeface="Arial"/>
                <a:cs typeface="Arial"/>
              </a:defRPr>
            </a:lvl4pPr>
            <a:lvl5pPr algn="l">
              <a:defRPr sz="1575" b="0">
                <a:solidFill>
                  <a:srgbClr val="6A6B7E"/>
                </a:solidFill>
                <a:latin typeface="Arial"/>
                <a:ea typeface="Arial"/>
                <a:cs typeface="Arial"/>
              </a:defRPr>
            </a:lvl5pPr>
            <a:lvl6pPr algn="l">
              <a:defRPr sz="1575" b="0">
                <a:solidFill>
                  <a:srgbClr val="6A6B7E"/>
                </a:solidFill>
                <a:latin typeface="Arial"/>
                <a:ea typeface="Arial"/>
                <a:cs typeface="Arial"/>
              </a:defRPr>
            </a:lvl6pPr>
            <a:lvl7pPr algn="l">
              <a:defRPr sz="1575" b="0">
                <a:solidFill>
                  <a:srgbClr val="6A6B7E"/>
                </a:solidFill>
                <a:latin typeface="Arial"/>
                <a:ea typeface="Arial"/>
                <a:cs typeface="Arial"/>
              </a:defRPr>
            </a:lvl7pPr>
            <a:lvl8pPr algn="l">
              <a:defRPr sz="1575" b="0">
                <a:solidFill>
                  <a:srgbClr val="6A6B7E"/>
                </a:solidFill>
                <a:latin typeface="Arial"/>
                <a:ea typeface="Arial"/>
                <a:cs typeface="Arial"/>
              </a:defRPr>
            </a:lvl8pPr>
            <a:lvl9pPr algn="l">
              <a:defRPr sz="1575" b="0">
                <a:solidFill>
                  <a:srgbClr val="6A6B7E"/>
                </a:solidFill>
                <a:latin typeface="Arial"/>
                <a:ea typeface="Arial"/>
                <a:cs typeface="Arial"/>
              </a:defRPr>
            </a:lvl9pPr>
          </a:lstStyle>
          <a:p xmlns:a="http://schemas.openxmlformats.org/drawingml/2006/main">
            <a:pPr algn="l">
              <a:defRPr sz="1575" b="0">
                <a:solidFill>
                  <a:srgbClr val="6A6B7E"/>
                </a:solidFill>
                <a:latin typeface="Arial"/>
                <a:ea typeface="Arial"/>
                <a:cs typeface="Arial"/>
              </a:defRPr>
            </a:pPr>
            <a:r>
              <a:rPr sz="1575" b="0">
                <a:solidFill>
                  <a:srgbClr val="6A6B7E"/>
                </a:solidFill>
                <a:latin typeface="Arial"/>
                <a:ea typeface="Arial"/>
                <a:cs typeface="Arial"/>
              </a:rPr>
              <a:t>Discovery results pair a match score with an explanation and a path back to the source.</a:t>
            </a:r>
          </a:p>
        </p:txBody>
      </p:sp>
      <p:pic>
        <p:nvPicPr>
          <p:cNvPr id="4" name="">
            <a:extLst xmlns:a="http://schemas.openxmlformats.org/drawingml/2006/main">
              <a:ext uri="{FF2B5EF4-FFF2-40B4-BE49-F238E27FC236}">
                <a16:creationId xmlns:a16="http://schemas.microsoft.com/office/drawing/2014/main" id="{E82C1C1C-E65A-4860-AFC4-5FDCF4B9A479}"/>
              </a:ext>
            </a:extLst>
          </p:cNvPr>
          <p:cNvPicPr>
            <a:picLocks xmlns:a="http://schemas.openxmlformats.org/drawingml/2006/main" noChangeAspect="1"/>
          </p:cNvPicPr>
          <p:nvPr/>
        </p:nvPicPr>
        <p:blipFill>
          <a:blip xmlns:r="http://schemas.openxmlformats.org/officeDocument/2006/relationships" xmlns:a="http://schemas.openxmlformats.org/drawingml/2006/main" r:embed="R6f6b23072e3c4edc"/>
          <a:srcRect xmlns:a="http://schemas.openxmlformats.org/drawingml/2006/main" l="0" t="361" r="0" b="361"/>
          <a:stretch xmlns:a="http://schemas.openxmlformats.org/drawingml/2006/main">
            <a:fillRect l="0" t="0" r="0" b="0"/>
          </a:stretch>
        </p:blipFill>
        <p:spPr>
          <a:xfrm xmlns:a="http://schemas.openxmlformats.org/drawingml/2006/main">
            <a:off x="685800" y="2209800"/>
            <a:ext cx="7334250" cy="4095750"/>
          </a:xfrm>
          <a:prstGeom xmlns:a="http://schemas.openxmlformats.org/drawingml/2006/main" prst="roundRect">
            <a:avLst>
              <a:gd name="adj" fmla="val 3721"/>
            </a:avLst>
          </a:prstGeom>
        </p:spPr>
      </p:pic>
      <p:sp>
        <p:nvSpPr>
          <p:cNvPr id="5" name="">
            <a:extLst xmlns:a="http://schemas.openxmlformats.org/drawingml/2006/main">
              <a:ext uri="{FF2B5EF4-FFF2-40B4-BE49-F238E27FC236}">
                <a16:creationId xmlns:a16="http://schemas.microsoft.com/office/drawing/2014/main" id="{934CA924-FCF7-422D-A7D8-6BC775259884}"/>
              </a:ext>
            </a:extLst>
          </p:cNvPr>
          <p:cNvSpPr>
            <a:spLocks xmlns:a="http://schemas.openxmlformats.org/drawingml/2006/main" noGrp="1"/>
          </p:cNvSpPr>
          <p:nvPr/>
        </p:nvSpPr>
        <p:spPr>
          <a:xfrm xmlns:a="http://schemas.openxmlformats.org/drawingml/2006/main">
            <a:off x="8572500" y="249555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554E8"/>
                </a:solidFill>
                <a:latin typeface="Arial"/>
                <a:ea typeface="Arial"/>
                <a:cs typeface="Arial"/>
              </a:defRPr>
            </a:defPPr>
            <a:lvl1pPr algn="l">
              <a:defRPr sz="975" b="1">
                <a:solidFill>
                  <a:srgbClr val="6554E8"/>
                </a:solidFill>
                <a:latin typeface="Arial"/>
                <a:ea typeface="Arial"/>
                <a:cs typeface="Arial"/>
              </a:defRPr>
            </a:lvl1pPr>
            <a:lvl2pPr algn="l">
              <a:defRPr sz="975" b="1">
                <a:solidFill>
                  <a:srgbClr val="6554E8"/>
                </a:solidFill>
                <a:latin typeface="Arial"/>
                <a:ea typeface="Arial"/>
                <a:cs typeface="Arial"/>
              </a:defRPr>
            </a:lvl2pPr>
            <a:lvl3pPr algn="l">
              <a:defRPr sz="975" b="1">
                <a:solidFill>
                  <a:srgbClr val="6554E8"/>
                </a:solidFill>
                <a:latin typeface="Arial"/>
                <a:ea typeface="Arial"/>
                <a:cs typeface="Arial"/>
              </a:defRPr>
            </a:lvl3pPr>
            <a:lvl4pPr algn="l">
              <a:defRPr sz="975" b="1">
                <a:solidFill>
                  <a:srgbClr val="6554E8"/>
                </a:solidFill>
                <a:latin typeface="Arial"/>
                <a:ea typeface="Arial"/>
                <a:cs typeface="Arial"/>
              </a:defRPr>
            </a:lvl4pPr>
            <a:lvl5pPr algn="l">
              <a:defRPr sz="975" b="1">
                <a:solidFill>
                  <a:srgbClr val="6554E8"/>
                </a:solidFill>
                <a:latin typeface="Arial"/>
                <a:ea typeface="Arial"/>
                <a:cs typeface="Arial"/>
              </a:defRPr>
            </a:lvl5pPr>
            <a:lvl6pPr algn="l">
              <a:defRPr sz="975" b="1">
                <a:solidFill>
                  <a:srgbClr val="6554E8"/>
                </a:solidFill>
                <a:latin typeface="Arial"/>
                <a:ea typeface="Arial"/>
                <a:cs typeface="Arial"/>
              </a:defRPr>
            </a:lvl6pPr>
            <a:lvl7pPr algn="l">
              <a:defRPr sz="975" b="1">
                <a:solidFill>
                  <a:srgbClr val="6554E8"/>
                </a:solidFill>
                <a:latin typeface="Arial"/>
                <a:ea typeface="Arial"/>
                <a:cs typeface="Arial"/>
              </a:defRPr>
            </a:lvl7pPr>
            <a:lvl8pPr algn="l">
              <a:defRPr sz="975" b="1">
                <a:solidFill>
                  <a:srgbClr val="6554E8"/>
                </a:solidFill>
                <a:latin typeface="Arial"/>
                <a:ea typeface="Arial"/>
                <a:cs typeface="Arial"/>
              </a:defRPr>
            </a:lvl8pPr>
            <a:lvl9pPr algn="l">
              <a:defRPr sz="975" b="1">
                <a:solidFill>
                  <a:srgbClr val="6554E8"/>
                </a:solidFill>
                <a:latin typeface="Arial"/>
                <a:ea typeface="Arial"/>
                <a:cs typeface="Arial"/>
              </a:defRPr>
            </a:lvl9pPr>
          </a:lstStyle>
          <a:p xmlns:a="http://schemas.openxmlformats.org/drawingml/2006/main">
            <a:pPr algn="l">
              <a:defRPr sz="975" b="1">
                <a:solidFill>
                  <a:srgbClr val="6554E8"/>
                </a:solidFill>
                <a:latin typeface="Arial"/>
                <a:ea typeface="Arial"/>
                <a:cs typeface="Arial"/>
              </a:defRPr>
            </a:pPr>
            <a:r>
              <a:rPr sz="975" b="1">
                <a:solidFill>
                  <a:srgbClr val="6554E8"/>
                </a:solidFill>
                <a:latin typeface="Arial"/>
                <a:ea typeface="Arial"/>
                <a:cs typeface="Arial"/>
              </a:rPr>
              <a:t>GLOBAL SEARCH</a:t>
            </a:r>
          </a:p>
        </p:txBody>
      </p:sp>
      <p:sp>
        <p:nvSpPr>
          <p:cNvPr id="6" name="">
            <a:extLst xmlns:a="http://schemas.openxmlformats.org/drawingml/2006/main">
              <a:ext uri="{FF2B5EF4-FFF2-40B4-BE49-F238E27FC236}">
                <a16:creationId xmlns:a16="http://schemas.microsoft.com/office/drawing/2014/main" id="{9E26CE41-AFCA-4B2A-BE7B-2DE77E5AEDFE}"/>
              </a:ext>
            </a:extLst>
          </p:cNvPr>
          <p:cNvSpPr>
            <a:spLocks xmlns:a="http://schemas.openxmlformats.org/drawingml/2006/main" noGrp="1"/>
          </p:cNvSpPr>
          <p:nvPr/>
        </p:nvSpPr>
        <p:spPr>
          <a:xfrm xmlns:a="http://schemas.openxmlformats.org/drawingml/2006/main">
            <a:off x="8553450" y="2800350"/>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182A"/>
                </a:solidFill>
                <a:latin typeface="Arial"/>
                <a:ea typeface="Arial"/>
                <a:cs typeface="Arial"/>
              </a:defRPr>
            </a:defPPr>
            <a:lvl1pPr algn="l">
              <a:defRPr sz="2400" b="1">
                <a:solidFill>
                  <a:srgbClr val="17182A"/>
                </a:solidFill>
                <a:latin typeface="Arial"/>
                <a:ea typeface="Arial"/>
                <a:cs typeface="Arial"/>
              </a:defRPr>
            </a:lvl1pPr>
            <a:lvl2pPr algn="l">
              <a:defRPr sz="2400" b="1">
                <a:solidFill>
                  <a:srgbClr val="17182A"/>
                </a:solidFill>
                <a:latin typeface="Arial"/>
                <a:ea typeface="Arial"/>
                <a:cs typeface="Arial"/>
              </a:defRPr>
            </a:lvl2pPr>
            <a:lvl3pPr algn="l">
              <a:defRPr sz="2400" b="1">
                <a:solidFill>
                  <a:srgbClr val="17182A"/>
                </a:solidFill>
                <a:latin typeface="Arial"/>
                <a:ea typeface="Arial"/>
                <a:cs typeface="Arial"/>
              </a:defRPr>
            </a:lvl3pPr>
            <a:lvl4pPr algn="l">
              <a:defRPr sz="2400" b="1">
                <a:solidFill>
                  <a:srgbClr val="17182A"/>
                </a:solidFill>
                <a:latin typeface="Arial"/>
                <a:ea typeface="Arial"/>
                <a:cs typeface="Arial"/>
              </a:defRPr>
            </a:lvl4pPr>
            <a:lvl5pPr algn="l">
              <a:defRPr sz="2400" b="1">
                <a:solidFill>
                  <a:srgbClr val="17182A"/>
                </a:solidFill>
                <a:latin typeface="Arial"/>
                <a:ea typeface="Arial"/>
                <a:cs typeface="Arial"/>
              </a:defRPr>
            </a:lvl5pPr>
            <a:lvl6pPr algn="l">
              <a:defRPr sz="2400" b="1">
                <a:solidFill>
                  <a:srgbClr val="17182A"/>
                </a:solidFill>
                <a:latin typeface="Arial"/>
                <a:ea typeface="Arial"/>
                <a:cs typeface="Arial"/>
              </a:defRPr>
            </a:lvl6pPr>
            <a:lvl7pPr algn="l">
              <a:defRPr sz="2400" b="1">
                <a:solidFill>
                  <a:srgbClr val="17182A"/>
                </a:solidFill>
                <a:latin typeface="Arial"/>
                <a:ea typeface="Arial"/>
                <a:cs typeface="Arial"/>
              </a:defRPr>
            </a:lvl7pPr>
            <a:lvl8pPr algn="l">
              <a:defRPr sz="2400" b="1">
                <a:solidFill>
                  <a:srgbClr val="17182A"/>
                </a:solidFill>
                <a:latin typeface="Arial"/>
                <a:ea typeface="Arial"/>
                <a:cs typeface="Arial"/>
              </a:defRPr>
            </a:lvl8pPr>
            <a:lvl9pPr algn="l">
              <a:defRPr sz="2400" b="1">
                <a:solidFill>
                  <a:srgbClr val="17182A"/>
                </a:solidFill>
                <a:latin typeface="Arial"/>
                <a:ea typeface="Arial"/>
                <a:cs typeface="Arial"/>
              </a:defRPr>
            </a:lvl9pPr>
          </a:lstStyle>
          <a:p xmlns:a="http://schemas.openxmlformats.org/drawingml/2006/main">
            <a:pPr algn="l">
              <a:defRPr sz="2400" b="1">
                <a:solidFill>
                  <a:srgbClr val="17182A"/>
                </a:solidFill>
                <a:latin typeface="Arial"/>
                <a:ea typeface="Arial"/>
                <a:cs typeface="Arial"/>
              </a:defRPr>
            </a:pPr>
            <a:r>
              <a:rPr sz="2400" b="1">
                <a:solidFill>
                  <a:srgbClr val="17182A"/>
                </a:solidFill>
                <a:latin typeface="Arial"/>
                <a:ea typeface="Arial"/>
                <a:cs typeface="Arial"/>
              </a:rPr>
              <a:t>Look across</a:t>
            </a:r>
          </a:p>
          <a:p xmlns:a="http://schemas.openxmlformats.org/drawingml/2006/main">
            <a:pPr algn="l">
              <a:defRPr sz="2400" b="1">
                <a:solidFill>
                  <a:srgbClr val="17182A"/>
                </a:solidFill>
                <a:latin typeface="Arial"/>
                <a:ea typeface="Arial"/>
                <a:cs typeface="Arial"/>
              </a:defRPr>
            </a:pPr>
            <a:r>
              <a:rPr sz="2400" b="1">
                <a:solidFill>
                  <a:srgbClr val="17182A"/>
                </a:solidFill>
                <a:latin typeface="Arial"/>
                <a:ea typeface="Arial"/>
                <a:cs typeface="Arial"/>
              </a:rPr>
              <a:t>opportunities</a:t>
            </a:r>
          </a:p>
        </p:txBody>
      </p:sp>
      <p:sp>
        <p:nvSpPr>
          <p:cNvPr id="7" name="">
            <a:extLst xmlns:a="http://schemas.openxmlformats.org/drawingml/2006/main">
              <a:ext uri="{FF2B5EF4-FFF2-40B4-BE49-F238E27FC236}">
                <a16:creationId xmlns:a16="http://schemas.microsoft.com/office/drawing/2014/main" id="{40A78740-8479-4BD2-B853-DFB02EB67DA1}"/>
              </a:ext>
            </a:extLst>
          </p:cNvPr>
          <p:cNvSpPr>
            <a:spLocks xmlns:a="http://schemas.openxmlformats.org/drawingml/2006/main" noGrp="1"/>
          </p:cNvSpPr>
          <p:nvPr/>
        </p:nvSpPr>
        <p:spPr>
          <a:xfrm xmlns:a="http://schemas.openxmlformats.org/drawingml/2006/main">
            <a:off x="8572500" y="3810000"/>
            <a:ext cx="285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A6B7E"/>
                </a:solidFill>
                <a:latin typeface="Arial"/>
                <a:ea typeface="Arial"/>
                <a:cs typeface="Arial"/>
              </a:defRPr>
            </a:defPPr>
            <a:lvl1pPr algn="l">
              <a:defRPr sz="1425" b="0">
                <a:solidFill>
                  <a:srgbClr val="6A6B7E"/>
                </a:solidFill>
                <a:latin typeface="Arial"/>
                <a:ea typeface="Arial"/>
                <a:cs typeface="Arial"/>
              </a:defRPr>
            </a:lvl1pPr>
            <a:lvl2pPr algn="l">
              <a:defRPr sz="1425" b="0">
                <a:solidFill>
                  <a:srgbClr val="6A6B7E"/>
                </a:solidFill>
                <a:latin typeface="Arial"/>
                <a:ea typeface="Arial"/>
                <a:cs typeface="Arial"/>
              </a:defRPr>
            </a:lvl2pPr>
            <a:lvl3pPr algn="l">
              <a:defRPr sz="1425" b="0">
                <a:solidFill>
                  <a:srgbClr val="6A6B7E"/>
                </a:solidFill>
                <a:latin typeface="Arial"/>
                <a:ea typeface="Arial"/>
                <a:cs typeface="Arial"/>
              </a:defRPr>
            </a:lvl3pPr>
            <a:lvl4pPr algn="l">
              <a:defRPr sz="1425" b="0">
                <a:solidFill>
                  <a:srgbClr val="6A6B7E"/>
                </a:solidFill>
                <a:latin typeface="Arial"/>
                <a:ea typeface="Arial"/>
                <a:cs typeface="Arial"/>
              </a:defRPr>
            </a:lvl4pPr>
            <a:lvl5pPr algn="l">
              <a:defRPr sz="1425" b="0">
                <a:solidFill>
                  <a:srgbClr val="6A6B7E"/>
                </a:solidFill>
                <a:latin typeface="Arial"/>
                <a:ea typeface="Arial"/>
                <a:cs typeface="Arial"/>
              </a:defRPr>
            </a:lvl5pPr>
            <a:lvl6pPr algn="l">
              <a:defRPr sz="1425" b="0">
                <a:solidFill>
                  <a:srgbClr val="6A6B7E"/>
                </a:solidFill>
                <a:latin typeface="Arial"/>
                <a:ea typeface="Arial"/>
                <a:cs typeface="Arial"/>
              </a:defRPr>
            </a:lvl6pPr>
            <a:lvl7pPr algn="l">
              <a:defRPr sz="1425" b="0">
                <a:solidFill>
                  <a:srgbClr val="6A6B7E"/>
                </a:solidFill>
                <a:latin typeface="Arial"/>
                <a:ea typeface="Arial"/>
                <a:cs typeface="Arial"/>
              </a:defRPr>
            </a:lvl7pPr>
            <a:lvl8pPr algn="l">
              <a:defRPr sz="1425" b="0">
                <a:solidFill>
                  <a:srgbClr val="6A6B7E"/>
                </a:solidFill>
                <a:latin typeface="Arial"/>
                <a:ea typeface="Arial"/>
                <a:cs typeface="Arial"/>
              </a:defRPr>
            </a:lvl8pPr>
            <a:lvl9pPr algn="l">
              <a:defRPr sz="1425" b="0">
                <a:solidFill>
                  <a:srgbClr val="6A6B7E"/>
                </a:solidFill>
                <a:latin typeface="Arial"/>
                <a:ea typeface="Arial"/>
                <a:cs typeface="Arial"/>
              </a:defRPr>
            </a:lvl9pPr>
          </a:lstStyle>
          <a:p xmlns:a="http://schemas.openxmlformats.org/drawingml/2006/main">
            <a:pPr algn="l">
              <a:defRPr sz="1425" b="0">
                <a:solidFill>
                  <a:srgbClr val="6A6B7E"/>
                </a:solidFill>
                <a:latin typeface="Arial"/>
                <a:ea typeface="Arial"/>
                <a:cs typeface="Arial"/>
              </a:defRPr>
            </a:pPr>
            <a:r>
              <a:rPr sz="1425" b="0">
                <a:solidFill>
                  <a:srgbClr val="6A6B7E"/>
                </a:solidFill>
                <a:latin typeface="Arial"/>
                <a:ea typeface="Arial"/>
                <a:cs typeface="Arial"/>
              </a:rPr>
              <a:t>TinyFish Search and Fetch locate grant information for a founder’s sector and location.</a:t>
            </a:r>
          </a:p>
        </p:txBody>
      </p:sp>
      <p:sp>
        <p:nvSpPr>
          <p:cNvPr id="8" name="">
            <a:extLst xmlns:a="http://schemas.openxmlformats.org/drawingml/2006/main">
              <a:ext uri="{FF2B5EF4-FFF2-40B4-BE49-F238E27FC236}">
                <a16:creationId xmlns:a16="http://schemas.microsoft.com/office/drawing/2014/main" id="{0B536FCE-4A38-4BA0-BA20-EB40BFC179AF}"/>
              </a:ext>
            </a:extLst>
          </p:cNvPr>
          <p:cNvSpPr>
            <a:spLocks xmlns:a="http://schemas.openxmlformats.org/drawingml/2006/main" noGrp="1"/>
          </p:cNvSpPr>
          <p:nvPr/>
        </p:nvSpPr>
        <p:spPr>
          <a:xfrm xmlns:a="http://schemas.openxmlformats.org/drawingml/2006/main">
            <a:off x="8572500" y="4838700"/>
            <a:ext cx="2686050" cy="9525"/>
          </a:xfrm>
          <a:prstGeom xmlns:a="http://schemas.openxmlformats.org/drawingml/2006/main" prst="rect">
            <a:avLst/>
          </a:prstGeom>
          <a:solidFill xmlns:a="http://schemas.openxmlformats.org/drawingml/2006/main">
            <a:srgbClr val="D8D6D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B264D1C-E147-41F7-A1BE-EE3EADF5A086}"/>
              </a:ext>
            </a:extLst>
          </p:cNvPr>
          <p:cNvSpPr>
            <a:spLocks xmlns:a="http://schemas.openxmlformats.org/drawingml/2006/main" noGrp="1"/>
          </p:cNvSpPr>
          <p:nvPr/>
        </p:nvSpPr>
        <p:spPr>
          <a:xfrm xmlns:a="http://schemas.openxmlformats.org/drawingml/2006/main">
            <a:off x="8572500" y="50673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68A7A"/>
                </a:solidFill>
                <a:latin typeface="Arial"/>
                <a:ea typeface="Arial"/>
                <a:cs typeface="Arial"/>
              </a:defRPr>
            </a:defPPr>
            <a:lvl1pPr algn="l">
              <a:defRPr sz="975" b="1">
                <a:solidFill>
                  <a:srgbClr val="168A7A"/>
                </a:solidFill>
                <a:latin typeface="Arial"/>
                <a:ea typeface="Arial"/>
                <a:cs typeface="Arial"/>
              </a:defRPr>
            </a:lvl1pPr>
            <a:lvl2pPr algn="l">
              <a:defRPr sz="975" b="1">
                <a:solidFill>
                  <a:srgbClr val="168A7A"/>
                </a:solidFill>
                <a:latin typeface="Arial"/>
                <a:ea typeface="Arial"/>
                <a:cs typeface="Arial"/>
              </a:defRPr>
            </a:lvl2pPr>
            <a:lvl3pPr algn="l">
              <a:defRPr sz="975" b="1">
                <a:solidFill>
                  <a:srgbClr val="168A7A"/>
                </a:solidFill>
                <a:latin typeface="Arial"/>
                <a:ea typeface="Arial"/>
                <a:cs typeface="Arial"/>
              </a:defRPr>
            </a:lvl3pPr>
            <a:lvl4pPr algn="l">
              <a:defRPr sz="975" b="1">
                <a:solidFill>
                  <a:srgbClr val="168A7A"/>
                </a:solidFill>
                <a:latin typeface="Arial"/>
                <a:ea typeface="Arial"/>
                <a:cs typeface="Arial"/>
              </a:defRPr>
            </a:lvl4pPr>
            <a:lvl5pPr algn="l">
              <a:defRPr sz="975" b="1">
                <a:solidFill>
                  <a:srgbClr val="168A7A"/>
                </a:solidFill>
                <a:latin typeface="Arial"/>
                <a:ea typeface="Arial"/>
                <a:cs typeface="Arial"/>
              </a:defRPr>
            </a:lvl5pPr>
            <a:lvl6pPr algn="l">
              <a:defRPr sz="975" b="1">
                <a:solidFill>
                  <a:srgbClr val="168A7A"/>
                </a:solidFill>
                <a:latin typeface="Arial"/>
                <a:ea typeface="Arial"/>
                <a:cs typeface="Arial"/>
              </a:defRPr>
            </a:lvl6pPr>
            <a:lvl7pPr algn="l">
              <a:defRPr sz="975" b="1">
                <a:solidFill>
                  <a:srgbClr val="168A7A"/>
                </a:solidFill>
                <a:latin typeface="Arial"/>
                <a:ea typeface="Arial"/>
                <a:cs typeface="Arial"/>
              </a:defRPr>
            </a:lvl7pPr>
            <a:lvl8pPr algn="l">
              <a:defRPr sz="975" b="1">
                <a:solidFill>
                  <a:srgbClr val="168A7A"/>
                </a:solidFill>
                <a:latin typeface="Arial"/>
                <a:ea typeface="Arial"/>
                <a:cs typeface="Arial"/>
              </a:defRPr>
            </a:lvl8pPr>
            <a:lvl9pPr algn="l">
              <a:defRPr sz="975" b="1">
                <a:solidFill>
                  <a:srgbClr val="168A7A"/>
                </a:solidFill>
                <a:latin typeface="Arial"/>
                <a:ea typeface="Arial"/>
                <a:cs typeface="Arial"/>
              </a:defRPr>
            </a:lvl9pPr>
          </a:lstStyle>
          <a:p xmlns:a="http://schemas.openxmlformats.org/drawingml/2006/main">
            <a:pPr algn="l">
              <a:defRPr sz="975" b="1">
                <a:solidFill>
                  <a:srgbClr val="168A7A"/>
                </a:solidFill>
                <a:latin typeface="Arial"/>
                <a:ea typeface="Arial"/>
                <a:cs typeface="Arial"/>
              </a:defRPr>
            </a:pPr>
            <a:r>
              <a:rPr sz="975" b="1">
                <a:solidFill>
                  <a:srgbClr val="168A7A"/>
                </a:solidFill>
                <a:latin typeface="Arial"/>
                <a:ea typeface="Arial"/>
                <a:cs typeface="Arial"/>
              </a:rPr>
              <a:t>REVIEW THE MATCH</a:t>
            </a:r>
          </a:p>
        </p:txBody>
      </p:sp>
      <p:sp>
        <p:nvSpPr>
          <p:cNvPr id="10" name="">
            <a:extLst xmlns:a="http://schemas.openxmlformats.org/drawingml/2006/main">
              <a:ext uri="{FF2B5EF4-FFF2-40B4-BE49-F238E27FC236}">
                <a16:creationId xmlns:a16="http://schemas.microsoft.com/office/drawing/2014/main" id="{E3B63494-44E3-419D-9E83-601483122283}"/>
              </a:ext>
            </a:extLst>
          </p:cNvPr>
          <p:cNvSpPr>
            <a:spLocks xmlns:a="http://schemas.openxmlformats.org/drawingml/2006/main" noGrp="1"/>
          </p:cNvSpPr>
          <p:nvPr/>
        </p:nvSpPr>
        <p:spPr>
          <a:xfrm xmlns:a="http://schemas.openxmlformats.org/drawingml/2006/main">
            <a:off x="8572500" y="5343525"/>
            <a:ext cx="2857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A6B7E"/>
                </a:solidFill>
                <a:latin typeface="Arial"/>
                <a:ea typeface="Arial"/>
                <a:cs typeface="Arial"/>
              </a:defRPr>
            </a:defPPr>
            <a:lvl1pPr algn="l">
              <a:defRPr sz="1425" b="0">
                <a:solidFill>
                  <a:srgbClr val="6A6B7E"/>
                </a:solidFill>
                <a:latin typeface="Arial"/>
                <a:ea typeface="Arial"/>
                <a:cs typeface="Arial"/>
              </a:defRPr>
            </a:lvl1pPr>
            <a:lvl2pPr algn="l">
              <a:defRPr sz="1425" b="0">
                <a:solidFill>
                  <a:srgbClr val="6A6B7E"/>
                </a:solidFill>
                <a:latin typeface="Arial"/>
                <a:ea typeface="Arial"/>
                <a:cs typeface="Arial"/>
              </a:defRPr>
            </a:lvl2pPr>
            <a:lvl3pPr algn="l">
              <a:defRPr sz="1425" b="0">
                <a:solidFill>
                  <a:srgbClr val="6A6B7E"/>
                </a:solidFill>
                <a:latin typeface="Arial"/>
                <a:ea typeface="Arial"/>
                <a:cs typeface="Arial"/>
              </a:defRPr>
            </a:lvl3pPr>
            <a:lvl4pPr algn="l">
              <a:defRPr sz="1425" b="0">
                <a:solidFill>
                  <a:srgbClr val="6A6B7E"/>
                </a:solidFill>
                <a:latin typeface="Arial"/>
                <a:ea typeface="Arial"/>
                <a:cs typeface="Arial"/>
              </a:defRPr>
            </a:lvl4pPr>
            <a:lvl5pPr algn="l">
              <a:defRPr sz="1425" b="0">
                <a:solidFill>
                  <a:srgbClr val="6A6B7E"/>
                </a:solidFill>
                <a:latin typeface="Arial"/>
                <a:ea typeface="Arial"/>
                <a:cs typeface="Arial"/>
              </a:defRPr>
            </a:lvl5pPr>
            <a:lvl6pPr algn="l">
              <a:defRPr sz="1425" b="0">
                <a:solidFill>
                  <a:srgbClr val="6A6B7E"/>
                </a:solidFill>
                <a:latin typeface="Arial"/>
                <a:ea typeface="Arial"/>
                <a:cs typeface="Arial"/>
              </a:defRPr>
            </a:lvl6pPr>
            <a:lvl7pPr algn="l">
              <a:defRPr sz="1425" b="0">
                <a:solidFill>
                  <a:srgbClr val="6A6B7E"/>
                </a:solidFill>
                <a:latin typeface="Arial"/>
                <a:ea typeface="Arial"/>
                <a:cs typeface="Arial"/>
              </a:defRPr>
            </a:lvl7pPr>
            <a:lvl8pPr algn="l">
              <a:defRPr sz="1425" b="0">
                <a:solidFill>
                  <a:srgbClr val="6A6B7E"/>
                </a:solidFill>
                <a:latin typeface="Arial"/>
                <a:ea typeface="Arial"/>
                <a:cs typeface="Arial"/>
              </a:defRPr>
            </a:lvl8pPr>
            <a:lvl9pPr algn="l">
              <a:defRPr sz="1425" b="0">
                <a:solidFill>
                  <a:srgbClr val="6A6B7E"/>
                </a:solidFill>
                <a:latin typeface="Arial"/>
                <a:ea typeface="Arial"/>
                <a:cs typeface="Arial"/>
              </a:defRPr>
            </a:lvl9pPr>
          </a:lstStyle>
          <a:p xmlns:a="http://schemas.openxmlformats.org/drawingml/2006/main">
            <a:pPr algn="l">
              <a:defRPr sz="1425" b="0">
                <a:solidFill>
                  <a:srgbClr val="6A6B7E"/>
                </a:solidFill>
                <a:latin typeface="Arial"/>
                <a:ea typeface="Arial"/>
                <a:cs typeface="Arial"/>
              </a:defRPr>
            </a:pPr>
            <a:r>
              <a:rPr sz="1425" b="0">
                <a:solidFill>
                  <a:srgbClr val="6A6B7E"/>
                </a:solidFill>
                <a:latin typeface="Arial"/>
                <a:ea typeface="Arial"/>
                <a:cs typeface="Arial"/>
              </a:rPr>
              <a:t>Gemini scores results. Founders can inspect why a match surfaced and open its source.</a:t>
            </a:r>
          </a:p>
        </p:txBody>
      </p:sp>
      <p:sp>
        <p:nvSpPr>
          <p:cNvPr id="11" name="">
            <a:extLst xmlns:a="http://schemas.openxmlformats.org/drawingml/2006/main">
              <a:ext uri="{FF2B5EF4-FFF2-40B4-BE49-F238E27FC236}">
                <a16:creationId xmlns:a16="http://schemas.microsoft.com/office/drawing/2014/main" id="{F674CBAB-8A6D-4E7A-83BA-384DA7776E2A}"/>
              </a:ext>
            </a:extLst>
          </p:cNvPr>
          <p:cNvSpPr>
            <a:spLocks xmlns:a="http://schemas.openxmlformats.org/drawingml/2006/main" noGrp="1"/>
          </p:cNvSpPr>
          <p:nvPr/>
        </p:nvSpPr>
        <p:spPr>
          <a:xfrm xmlns:a="http://schemas.openxmlformats.org/drawingml/2006/main">
            <a:off x="704850" y="6210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6A6B7E"/>
                </a:solidFill>
                <a:latin typeface="Arial"/>
                <a:ea typeface="Arial"/>
                <a:cs typeface="Arial"/>
              </a:defRPr>
            </a:defPPr>
            <a:lvl1pPr algn="l">
              <a:defRPr sz="975" b="0">
                <a:solidFill>
                  <a:srgbClr val="6A6B7E"/>
                </a:solidFill>
                <a:latin typeface="Arial"/>
                <a:ea typeface="Arial"/>
                <a:cs typeface="Arial"/>
              </a:defRPr>
            </a:lvl1pPr>
            <a:lvl2pPr algn="l">
              <a:defRPr sz="975" b="0">
                <a:solidFill>
                  <a:srgbClr val="6A6B7E"/>
                </a:solidFill>
                <a:latin typeface="Arial"/>
                <a:ea typeface="Arial"/>
                <a:cs typeface="Arial"/>
              </a:defRPr>
            </a:lvl2pPr>
            <a:lvl3pPr algn="l">
              <a:defRPr sz="975" b="0">
                <a:solidFill>
                  <a:srgbClr val="6A6B7E"/>
                </a:solidFill>
                <a:latin typeface="Arial"/>
                <a:ea typeface="Arial"/>
                <a:cs typeface="Arial"/>
              </a:defRPr>
            </a:lvl3pPr>
            <a:lvl4pPr algn="l">
              <a:defRPr sz="975" b="0">
                <a:solidFill>
                  <a:srgbClr val="6A6B7E"/>
                </a:solidFill>
                <a:latin typeface="Arial"/>
                <a:ea typeface="Arial"/>
                <a:cs typeface="Arial"/>
              </a:defRPr>
            </a:lvl4pPr>
            <a:lvl5pPr algn="l">
              <a:defRPr sz="975" b="0">
                <a:solidFill>
                  <a:srgbClr val="6A6B7E"/>
                </a:solidFill>
                <a:latin typeface="Arial"/>
                <a:ea typeface="Arial"/>
                <a:cs typeface="Arial"/>
              </a:defRPr>
            </a:lvl5pPr>
            <a:lvl6pPr algn="l">
              <a:defRPr sz="975" b="0">
                <a:solidFill>
                  <a:srgbClr val="6A6B7E"/>
                </a:solidFill>
                <a:latin typeface="Arial"/>
                <a:ea typeface="Arial"/>
                <a:cs typeface="Arial"/>
              </a:defRPr>
            </a:lvl6pPr>
            <a:lvl7pPr algn="l">
              <a:defRPr sz="975" b="0">
                <a:solidFill>
                  <a:srgbClr val="6A6B7E"/>
                </a:solidFill>
                <a:latin typeface="Arial"/>
                <a:ea typeface="Arial"/>
                <a:cs typeface="Arial"/>
              </a:defRPr>
            </a:lvl7pPr>
            <a:lvl8pPr algn="l">
              <a:defRPr sz="975" b="0">
                <a:solidFill>
                  <a:srgbClr val="6A6B7E"/>
                </a:solidFill>
                <a:latin typeface="Arial"/>
                <a:ea typeface="Arial"/>
                <a:cs typeface="Arial"/>
              </a:defRPr>
            </a:lvl8pPr>
            <a:lvl9pPr algn="l">
              <a:defRPr sz="975" b="0">
                <a:solidFill>
                  <a:srgbClr val="6A6B7E"/>
                </a:solidFill>
                <a:latin typeface="Arial"/>
                <a:ea typeface="Arial"/>
                <a:cs typeface="Arial"/>
              </a:defRPr>
            </a:lvl9pPr>
          </a:lstStyle>
          <a:p xmlns:a="http://schemas.openxmlformats.org/drawingml/2006/main">
            <a:pPr algn="l">
              <a:defRPr sz="975" b="0">
                <a:solidFill>
                  <a:srgbClr val="6A6B7E"/>
                </a:solidFill>
                <a:latin typeface="Arial"/>
                <a:ea typeface="Arial"/>
                <a:cs typeface="Arial"/>
              </a:defRPr>
            </a:pPr>
            <a:r>
              <a:rPr sz="975" b="0">
                <a:solidFill>
                  <a:srgbClr val="6A6B7E"/>
                </a:solidFill>
                <a:latin typeface="Arial"/>
                <a:ea typeface="Arial"/>
                <a:cs typeface="Arial"/>
              </a:rPr>
              <a:t>Illustrative demo content — not verified grant listings</a:t>
            </a:r>
          </a:p>
        </p:txBody>
      </p:sp>
      <p:sp>
        <p:nvSpPr>
          <p:cNvPr id="12" name="">
            <a:extLst xmlns:a="http://schemas.openxmlformats.org/drawingml/2006/main">
              <a:ext uri="{FF2B5EF4-FFF2-40B4-BE49-F238E27FC236}">
                <a16:creationId xmlns:a16="http://schemas.microsoft.com/office/drawing/2014/main" id="{63B7E7A9-197D-4FB5-89C2-D2E86368FFDE}"/>
              </a:ext>
            </a:extLst>
          </p:cNvPr>
          <p:cNvSpPr>
            <a:spLocks xmlns:a="http://schemas.openxmlformats.org/drawingml/2006/main" noGrp="1"/>
          </p:cNvSpPr>
          <p:nvPr/>
        </p:nvSpPr>
        <p:spPr>
          <a:xfrm xmlns:a="http://schemas.openxmlformats.org/drawingml/2006/main">
            <a:off x="609600" y="64579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6A6B7E"/>
                </a:solidFill>
                <a:latin typeface="Arial"/>
                <a:ea typeface="Arial"/>
                <a:cs typeface="Arial"/>
              </a:defRPr>
            </a:defPPr>
            <a:lvl1pPr algn="l">
              <a:defRPr sz="900" b="1">
                <a:solidFill>
                  <a:srgbClr val="6A6B7E"/>
                </a:solidFill>
                <a:latin typeface="Arial"/>
                <a:ea typeface="Arial"/>
                <a:cs typeface="Arial"/>
              </a:defRPr>
            </a:lvl1pPr>
            <a:lvl2pPr algn="l">
              <a:defRPr sz="900" b="1">
                <a:solidFill>
                  <a:srgbClr val="6A6B7E"/>
                </a:solidFill>
                <a:latin typeface="Arial"/>
                <a:ea typeface="Arial"/>
                <a:cs typeface="Arial"/>
              </a:defRPr>
            </a:lvl2pPr>
            <a:lvl3pPr algn="l">
              <a:defRPr sz="900" b="1">
                <a:solidFill>
                  <a:srgbClr val="6A6B7E"/>
                </a:solidFill>
                <a:latin typeface="Arial"/>
                <a:ea typeface="Arial"/>
                <a:cs typeface="Arial"/>
              </a:defRPr>
            </a:lvl3pPr>
            <a:lvl4pPr algn="l">
              <a:defRPr sz="900" b="1">
                <a:solidFill>
                  <a:srgbClr val="6A6B7E"/>
                </a:solidFill>
                <a:latin typeface="Arial"/>
                <a:ea typeface="Arial"/>
                <a:cs typeface="Arial"/>
              </a:defRPr>
            </a:lvl4pPr>
            <a:lvl5pPr algn="l">
              <a:defRPr sz="900" b="1">
                <a:solidFill>
                  <a:srgbClr val="6A6B7E"/>
                </a:solidFill>
                <a:latin typeface="Arial"/>
                <a:ea typeface="Arial"/>
                <a:cs typeface="Arial"/>
              </a:defRPr>
            </a:lvl5pPr>
            <a:lvl6pPr algn="l">
              <a:defRPr sz="900" b="1">
                <a:solidFill>
                  <a:srgbClr val="6A6B7E"/>
                </a:solidFill>
                <a:latin typeface="Arial"/>
                <a:ea typeface="Arial"/>
                <a:cs typeface="Arial"/>
              </a:defRPr>
            </a:lvl6pPr>
            <a:lvl7pPr algn="l">
              <a:defRPr sz="900" b="1">
                <a:solidFill>
                  <a:srgbClr val="6A6B7E"/>
                </a:solidFill>
                <a:latin typeface="Arial"/>
                <a:ea typeface="Arial"/>
                <a:cs typeface="Arial"/>
              </a:defRPr>
            </a:lvl7pPr>
            <a:lvl8pPr algn="l">
              <a:defRPr sz="900" b="1">
                <a:solidFill>
                  <a:srgbClr val="6A6B7E"/>
                </a:solidFill>
                <a:latin typeface="Arial"/>
                <a:ea typeface="Arial"/>
                <a:cs typeface="Arial"/>
              </a:defRPr>
            </a:lvl8pPr>
            <a:lvl9pPr algn="l">
              <a:defRPr sz="900" b="1">
                <a:solidFill>
                  <a:srgbClr val="6A6B7E"/>
                </a:solidFill>
                <a:latin typeface="Arial"/>
                <a:ea typeface="Arial"/>
                <a:cs typeface="Arial"/>
              </a:defRPr>
            </a:lvl9pPr>
          </a:lstStyle>
          <a:p xmlns:a="http://schemas.openxmlformats.org/drawingml/2006/main">
            <a:pPr algn="l">
              <a:defRPr sz="900" b="1">
                <a:solidFill>
                  <a:srgbClr val="6A6B7E"/>
                </a:solidFill>
                <a:latin typeface="Arial"/>
                <a:ea typeface="Arial"/>
                <a:cs typeface="Arial"/>
              </a:defRPr>
            </a:pPr>
            <a:r>
              <a:rPr sz="900" b="1">
                <a:solidFill>
                  <a:srgbClr val="6A6B7E"/>
                </a:solidFill>
                <a:latin typeface="Arial"/>
                <a:ea typeface="Arial"/>
                <a:cs typeface="Arial"/>
              </a:rPr>
              <a:t>AUTOGRANT  /  PROJECT OVERVIEW</a:t>
            </a:r>
          </a:p>
        </p:txBody>
      </p:sp>
      <p:sp>
        <p:nvSpPr>
          <p:cNvPr id="13" name="">
            <a:extLst xmlns:a="http://schemas.openxmlformats.org/drawingml/2006/main">
              <a:ext uri="{FF2B5EF4-FFF2-40B4-BE49-F238E27FC236}">
                <a16:creationId xmlns:a16="http://schemas.microsoft.com/office/drawing/2014/main" id="{D6C7312F-7F86-4BC7-90C2-8FD8960E126B}"/>
              </a:ext>
            </a:extLst>
          </p:cNvPr>
          <p:cNvSpPr>
            <a:spLocks xmlns:a="http://schemas.openxmlformats.org/drawingml/2006/main" noGrp="1"/>
          </p:cNvSpPr>
          <p:nvPr/>
        </p:nvSpPr>
        <p:spPr>
          <a:xfrm xmlns:a="http://schemas.openxmlformats.org/drawingml/2006/main">
            <a:off x="11334750" y="64389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6A6B7E"/>
                </a:solidFill>
                <a:latin typeface="Arial"/>
                <a:ea typeface="Arial"/>
                <a:cs typeface="Arial"/>
              </a:defRPr>
            </a:defPPr>
            <a:lvl1pPr algn="r">
              <a:defRPr sz="900" b="1">
                <a:solidFill>
                  <a:srgbClr val="6A6B7E"/>
                </a:solidFill>
                <a:latin typeface="Arial"/>
                <a:ea typeface="Arial"/>
                <a:cs typeface="Arial"/>
              </a:defRPr>
            </a:lvl1pPr>
            <a:lvl2pPr algn="r">
              <a:defRPr sz="900" b="1">
                <a:solidFill>
                  <a:srgbClr val="6A6B7E"/>
                </a:solidFill>
                <a:latin typeface="Arial"/>
                <a:ea typeface="Arial"/>
                <a:cs typeface="Arial"/>
              </a:defRPr>
            </a:lvl2pPr>
            <a:lvl3pPr algn="r">
              <a:defRPr sz="900" b="1">
                <a:solidFill>
                  <a:srgbClr val="6A6B7E"/>
                </a:solidFill>
                <a:latin typeface="Arial"/>
                <a:ea typeface="Arial"/>
                <a:cs typeface="Arial"/>
              </a:defRPr>
            </a:lvl3pPr>
            <a:lvl4pPr algn="r">
              <a:defRPr sz="900" b="1">
                <a:solidFill>
                  <a:srgbClr val="6A6B7E"/>
                </a:solidFill>
                <a:latin typeface="Arial"/>
                <a:ea typeface="Arial"/>
                <a:cs typeface="Arial"/>
              </a:defRPr>
            </a:lvl4pPr>
            <a:lvl5pPr algn="r">
              <a:defRPr sz="900" b="1">
                <a:solidFill>
                  <a:srgbClr val="6A6B7E"/>
                </a:solidFill>
                <a:latin typeface="Arial"/>
                <a:ea typeface="Arial"/>
                <a:cs typeface="Arial"/>
              </a:defRPr>
            </a:lvl5pPr>
            <a:lvl6pPr algn="r">
              <a:defRPr sz="900" b="1">
                <a:solidFill>
                  <a:srgbClr val="6A6B7E"/>
                </a:solidFill>
                <a:latin typeface="Arial"/>
                <a:ea typeface="Arial"/>
                <a:cs typeface="Arial"/>
              </a:defRPr>
            </a:lvl6pPr>
            <a:lvl7pPr algn="r">
              <a:defRPr sz="900" b="1">
                <a:solidFill>
                  <a:srgbClr val="6A6B7E"/>
                </a:solidFill>
                <a:latin typeface="Arial"/>
                <a:ea typeface="Arial"/>
                <a:cs typeface="Arial"/>
              </a:defRPr>
            </a:lvl7pPr>
            <a:lvl8pPr algn="r">
              <a:defRPr sz="900" b="1">
                <a:solidFill>
                  <a:srgbClr val="6A6B7E"/>
                </a:solidFill>
                <a:latin typeface="Arial"/>
                <a:ea typeface="Arial"/>
                <a:cs typeface="Arial"/>
              </a:defRPr>
            </a:lvl8pPr>
            <a:lvl9pPr algn="r">
              <a:defRPr sz="900" b="1">
                <a:solidFill>
                  <a:srgbClr val="6A6B7E"/>
                </a:solidFill>
                <a:latin typeface="Arial"/>
                <a:ea typeface="Arial"/>
                <a:cs typeface="Arial"/>
              </a:defRPr>
            </a:lvl9pPr>
          </a:lstStyle>
          <a:p xmlns:a="http://schemas.openxmlformats.org/drawingml/2006/main">
            <a:pPr algn="r">
              <a:defRPr sz="900" b="1">
                <a:solidFill>
                  <a:srgbClr val="6A6B7E"/>
                </a:solidFill>
                <a:latin typeface="Arial"/>
                <a:ea typeface="Arial"/>
                <a:cs typeface="Arial"/>
              </a:defRPr>
            </a:pPr>
            <a:r>
              <a:rPr sz="900" b="1">
                <a:solidFill>
                  <a:srgbClr val="6A6B7E"/>
                </a:solidFill>
                <a:latin typeface="Arial"/>
                <a:ea typeface="Arial"/>
                <a:cs typeface="Arial"/>
              </a:rPr>
              <a:t>03</a:t>
            </a:r>
          </a:p>
        </p:txBody>
      </p:sp>
    </p:spTree>
    <p:extLst>
      <p:ext uri="{BB962C8B-B14F-4D97-AF65-F5344CB8AC3E}">
        <p14:creationId xmlns:p14="http://schemas.microsoft.com/office/powerpoint/2010/main" val="15894654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6DE6437-DA26-47FE-BD1B-288EE4C58713}"/>
              </a:ext>
            </a:extLst>
          </p:cNvPr>
          <p:cNvSpPr>
            <a:spLocks xmlns:a="http://schemas.openxmlformats.org/drawingml/2006/main" noGrp="1"/>
          </p:cNvSpPr>
          <p:nvPr/>
        </p:nvSpPr>
        <p:spPr>
          <a:xfrm xmlns:a="http://schemas.openxmlformats.org/drawingml/2006/main">
            <a:off x="685800" y="400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554E8"/>
                </a:solidFill>
                <a:latin typeface="Arial"/>
                <a:ea typeface="Arial"/>
                <a:cs typeface="Arial"/>
              </a:defRPr>
            </a:defPPr>
            <a:lvl1pPr algn="l">
              <a:defRPr sz="975" b="1">
                <a:solidFill>
                  <a:srgbClr val="6554E8"/>
                </a:solidFill>
                <a:latin typeface="Arial"/>
                <a:ea typeface="Arial"/>
                <a:cs typeface="Arial"/>
              </a:defRPr>
            </a:lvl1pPr>
            <a:lvl2pPr algn="l">
              <a:defRPr sz="975" b="1">
                <a:solidFill>
                  <a:srgbClr val="6554E8"/>
                </a:solidFill>
                <a:latin typeface="Arial"/>
                <a:ea typeface="Arial"/>
                <a:cs typeface="Arial"/>
              </a:defRPr>
            </a:lvl2pPr>
            <a:lvl3pPr algn="l">
              <a:defRPr sz="975" b="1">
                <a:solidFill>
                  <a:srgbClr val="6554E8"/>
                </a:solidFill>
                <a:latin typeface="Arial"/>
                <a:ea typeface="Arial"/>
                <a:cs typeface="Arial"/>
              </a:defRPr>
            </a:lvl3pPr>
            <a:lvl4pPr algn="l">
              <a:defRPr sz="975" b="1">
                <a:solidFill>
                  <a:srgbClr val="6554E8"/>
                </a:solidFill>
                <a:latin typeface="Arial"/>
                <a:ea typeface="Arial"/>
                <a:cs typeface="Arial"/>
              </a:defRPr>
            </a:lvl4pPr>
            <a:lvl5pPr algn="l">
              <a:defRPr sz="975" b="1">
                <a:solidFill>
                  <a:srgbClr val="6554E8"/>
                </a:solidFill>
                <a:latin typeface="Arial"/>
                <a:ea typeface="Arial"/>
                <a:cs typeface="Arial"/>
              </a:defRPr>
            </a:lvl5pPr>
            <a:lvl6pPr algn="l">
              <a:defRPr sz="975" b="1">
                <a:solidFill>
                  <a:srgbClr val="6554E8"/>
                </a:solidFill>
                <a:latin typeface="Arial"/>
                <a:ea typeface="Arial"/>
                <a:cs typeface="Arial"/>
              </a:defRPr>
            </a:lvl6pPr>
            <a:lvl7pPr algn="l">
              <a:defRPr sz="975" b="1">
                <a:solidFill>
                  <a:srgbClr val="6554E8"/>
                </a:solidFill>
                <a:latin typeface="Arial"/>
                <a:ea typeface="Arial"/>
                <a:cs typeface="Arial"/>
              </a:defRPr>
            </a:lvl7pPr>
            <a:lvl8pPr algn="l">
              <a:defRPr sz="975" b="1">
                <a:solidFill>
                  <a:srgbClr val="6554E8"/>
                </a:solidFill>
                <a:latin typeface="Arial"/>
                <a:ea typeface="Arial"/>
                <a:cs typeface="Arial"/>
              </a:defRPr>
            </a:lvl8pPr>
            <a:lvl9pPr algn="l">
              <a:defRPr sz="975" b="1">
                <a:solidFill>
                  <a:srgbClr val="6554E8"/>
                </a:solidFill>
                <a:latin typeface="Arial"/>
                <a:ea typeface="Arial"/>
                <a:cs typeface="Arial"/>
              </a:defRPr>
            </a:lvl9pPr>
          </a:lstStyle>
          <a:p xmlns:a="http://schemas.openxmlformats.org/drawingml/2006/main">
            <a:pPr algn="l">
              <a:defRPr sz="975" b="1">
                <a:solidFill>
                  <a:srgbClr val="6554E8"/>
                </a:solidFill>
                <a:latin typeface="Arial"/>
                <a:ea typeface="Arial"/>
                <a:cs typeface="Arial"/>
              </a:defRPr>
            </a:pPr>
            <a:r>
              <a:rPr sz="975" b="1">
                <a:solidFill>
                  <a:srgbClr val="6554E8"/>
                </a:solidFill>
                <a:latin typeface="Arial"/>
                <a:ea typeface="Arial"/>
                <a:cs typeface="Arial"/>
              </a:rPr>
              <a:t>USER JOURNEY</a:t>
            </a:r>
          </a:p>
        </p:txBody>
      </p:sp>
      <p:sp>
        <p:nvSpPr>
          <p:cNvPr id="2" name="">
            <a:extLst xmlns:a="http://schemas.openxmlformats.org/drawingml/2006/main">
              <a:ext uri="{FF2B5EF4-FFF2-40B4-BE49-F238E27FC236}">
                <a16:creationId xmlns:a16="http://schemas.microsoft.com/office/drawing/2014/main" id="{CD6DBCFC-BE9E-4FAE-81F4-FF788D7D5F85}"/>
              </a:ext>
            </a:extLst>
          </p:cNvPr>
          <p:cNvSpPr>
            <a:spLocks xmlns:a="http://schemas.openxmlformats.org/drawingml/2006/main" noGrp="1"/>
          </p:cNvSpPr>
          <p:nvPr/>
        </p:nvSpPr>
        <p:spPr>
          <a:xfrm xmlns:a="http://schemas.openxmlformats.org/drawingml/2006/main">
            <a:off x="685800" y="78105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7182A"/>
                </a:solidFill>
                <a:latin typeface="Arial"/>
                <a:ea typeface="Arial"/>
                <a:cs typeface="Arial"/>
              </a:defRPr>
            </a:defPPr>
            <a:lvl1pPr algn="l">
              <a:defRPr sz="3150" b="1">
                <a:solidFill>
                  <a:srgbClr val="17182A"/>
                </a:solidFill>
                <a:latin typeface="Arial"/>
                <a:ea typeface="Arial"/>
                <a:cs typeface="Arial"/>
              </a:defRPr>
            </a:lvl1pPr>
            <a:lvl2pPr algn="l">
              <a:defRPr sz="3150" b="1">
                <a:solidFill>
                  <a:srgbClr val="17182A"/>
                </a:solidFill>
                <a:latin typeface="Arial"/>
                <a:ea typeface="Arial"/>
                <a:cs typeface="Arial"/>
              </a:defRPr>
            </a:lvl2pPr>
            <a:lvl3pPr algn="l">
              <a:defRPr sz="3150" b="1">
                <a:solidFill>
                  <a:srgbClr val="17182A"/>
                </a:solidFill>
                <a:latin typeface="Arial"/>
                <a:ea typeface="Arial"/>
                <a:cs typeface="Arial"/>
              </a:defRPr>
            </a:lvl3pPr>
            <a:lvl4pPr algn="l">
              <a:defRPr sz="3150" b="1">
                <a:solidFill>
                  <a:srgbClr val="17182A"/>
                </a:solidFill>
                <a:latin typeface="Arial"/>
                <a:ea typeface="Arial"/>
                <a:cs typeface="Arial"/>
              </a:defRPr>
            </a:lvl4pPr>
            <a:lvl5pPr algn="l">
              <a:defRPr sz="3150" b="1">
                <a:solidFill>
                  <a:srgbClr val="17182A"/>
                </a:solidFill>
                <a:latin typeface="Arial"/>
                <a:ea typeface="Arial"/>
                <a:cs typeface="Arial"/>
              </a:defRPr>
            </a:lvl5pPr>
            <a:lvl6pPr algn="l">
              <a:defRPr sz="3150" b="1">
                <a:solidFill>
                  <a:srgbClr val="17182A"/>
                </a:solidFill>
                <a:latin typeface="Arial"/>
                <a:ea typeface="Arial"/>
                <a:cs typeface="Arial"/>
              </a:defRPr>
            </a:lvl6pPr>
            <a:lvl7pPr algn="l">
              <a:defRPr sz="3150" b="1">
                <a:solidFill>
                  <a:srgbClr val="17182A"/>
                </a:solidFill>
                <a:latin typeface="Arial"/>
                <a:ea typeface="Arial"/>
                <a:cs typeface="Arial"/>
              </a:defRPr>
            </a:lvl7pPr>
            <a:lvl8pPr algn="l">
              <a:defRPr sz="3150" b="1">
                <a:solidFill>
                  <a:srgbClr val="17182A"/>
                </a:solidFill>
                <a:latin typeface="Arial"/>
                <a:ea typeface="Arial"/>
                <a:cs typeface="Arial"/>
              </a:defRPr>
            </a:lvl8pPr>
            <a:lvl9pPr algn="l">
              <a:defRPr sz="3150" b="1">
                <a:solidFill>
                  <a:srgbClr val="17182A"/>
                </a:solidFill>
                <a:latin typeface="Arial"/>
                <a:ea typeface="Arial"/>
                <a:cs typeface="Arial"/>
              </a:defRPr>
            </a:lvl9pPr>
          </a:lstStyle>
          <a:p xmlns:a="http://schemas.openxmlformats.org/drawingml/2006/main">
            <a:pPr algn="l">
              <a:defRPr sz="3150" b="1">
                <a:solidFill>
                  <a:srgbClr val="17182A"/>
                </a:solidFill>
                <a:latin typeface="Arial"/>
                <a:ea typeface="Arial"/>
                <a:cs typeface="Arial"/>
              </a:defRPr>
            </a:pPr>
            <a:r>
              <a:rPr sz="3150" b="1">
                <a:solidFill>
                  <a:srgbClr val="17182A"/>
                </a:solidFill>
                <a:latin typeface="Arial"/>
                <a:ea typeface="Arial"/>
                <a:cs typeface="Arial"/>
              </a:rPr>
              <a:t>The founder stays in the decision loop</a:t>
            </a:r>
          </a:p>
        </p:txBody>
      </p:sp>
      <p:sp>
        <p:nvSpPr>
          <p:cNvPr id="3" name="">
            <a:extLst xmlns:a="http://schemas.openxmlformats.org/drawingml/2006/main">
              <a:ext uri="{FF2B5EF4-FFF2-40B4-BE49-F238E27FC236}">
                <a16:creationId xmlns:a16="http://schemas.microsoft.com/office/drawing/2014/main" id="{3E392237-EE5A-4197-85A8-C116E4A36009}"/>
              </a:ext>
            </a:extLst>
          </p:cNvPr>
          <p:cNvSpPr>
            <a:spLocks xmlns:a="http://schemas.openxmlformats.org/drawingml/2006/main" noGrp="1"/>
          </p:cNvSpPr>
          <p:nvPr/>
        </p:nvSpPr>
        <p:spPr>
          <a:xfrm xmlns:a="http://schemas.openxmlformats.org/drawingml/2006/main">
            <a:off x="704850" y="15049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A6B7E"/>
                </a:solidFill>
                <a:latin typeface="Arial"/>
                <a:ea typeface="Arial"/>
                <a:cs typeface="Arial"/>
              </a:defRPr>
            </a:defPPr>
            <a:lvl1pPr algn="l">
              <a:defRPr sz="1575" b="0">
                <a:solidFill>
                  <a:srgbClr val="6A6B7E"/>
                </a:solidFill>
                <a:latin typeface="Arial"/>
                <a:ea typeface="Arial"/>
                <a:cs typeface="Arial"/>
              </a:defRPr>
            </a:lvl1pPr>
            <a:lvl2pPr algn="l">
              <a:defRPr sz="1575" b="0">
                <a:solidFill>
                  <a:srgbClr val="6A6B7E"/>
                </a:solidFill>
                <a:latin typeface="Arial"/>
                <a:ea typeface="Arial"/>
                <a:cs typeface="Arial"/>
              </a:defRPr>
            </a:lvl2pPr>
            <a:lvl3pPr algn="l">
              <a:defRPr sz="1575" b="0">
                <a:solidFill>
                  <a:srgbClr val="6A6B7E"/>
                </a:solidFill>
                <a:latin typeface="Arial"/>
                <a:ea typeface="Arial"/>
                <a:cs typeface="Arial"/>
              </a:defRPr>
            </a:lvl3pPr>
            <a:lvl4pPr algn="l">
              <a:defRPr sz="1575" b="0">
                <a:solidFill>
                  <a:srgbClr val="6A6B7E"/>
                </a:solidFill>
                <a:latin typeface="Arial"/>
                <a:ea typeface="Arial"/>
                <a:cs typeface="Arial"/>
              </a:defRPr>
            </a:lvl4pPr>
            <a:lvl5pPr algn="l">
              <a:defRPr sz="1575" b="0">
                <a:solidFill>
                  <a:srgbClr val="6A6B7E"/>
                </a:solidFill>
                <a:latin typeface="Arial"/>
                <a:ea typeface="Arial"/>
                <a:cs typeface="Arial"/>
              </a:defRPr>
            </a:lvl5pPr>
            <a:lvl6pPr algn="l">
              <a:defRPr sz="1575" b="0">
                <a:solidFill>
                  <a:srgbClr val="6A6B7E"/>
                </a:solidFill>
                <a:latin typeface="Arial"/>
                <a:ea typeface="Arial"/>
                <a:cs typeface="Arial"/>
              </a:defRPr>
            </a:lvl6pPr>
            <a:lvl7pPr algn="l">
              <a:defRPr sz="1575" b="0">
                <a:solidFill>
                  <a:srgbClr val="6A6B7E"/>
                </a:solidFill>
                <a:latin typeface="Arial"/>
                <a:ea typeface="Arial"/>
                <a:cs typeface="Arial"/>
              </a:defRPr>
            </a:lvl7pPr>
            <a:lvl8pPr algn="l">
              <a:defRPr sz="1575" b="0">
                <a:solidFill>
                  <a:srgbClr val="6A6B7E"/>
                </a:solidFill>
                <a:latin typeface="Arial"/>
                <a:ea typeface="Arial"/>
                <a:cs typeface="Arial"/>
              </a:defRPr>
            </a:lvl8pPr>
            <a:lvl9pPr algn="l">
              <a:defRPr sz="1575" b="0">
                <a:solidFill>
                  <a:srgbClr val="6A6B7E"/>
                </a:solidFill>
                <a:latin typeface="Arial"/>
                <a:ea typeface="Arial"/>
                <a:cs typeface="Arial"/>
              </a:defRPr>
            </a:lvl9pPr>
          </a:lstStyle>
          <a:p xmlns:a="http://schemas.openxmlformats.org/drawingml/2006/main">
            <a:pPr algn="l">
              <a:defRPr sz="1575" b="0">
                <a:solidFill>
                  <a:srgbClr val="6A6B7E"/>
                </a:solidFill>
                <a:latin typeface="Arial"/>
                <a:ea typeface="Arial"/>
                <a:cs typeface="Arial"/>
              </a:defRPr>
            </a:pPr>
            <a:r>
              <a:rPr sz="1575" b="0">
                <a:solidFill>
                  <a:srgbClr val="6A6B7E"/>
                </a:solidFill>
                <a:latin typeface="Arial"/>
                <a:ea typeface="Arial"/>
                <a:cs typeface="Arial"/>
              </a:rPr>
              <a:t>AutoGrant prepares context; the founder decides whether and how to apply.</a:t>
            </a:r>
          </a:p>
        </p:txBody>
      </p:sp>
      <p:sp>
        <p:nvSpPr>
          <p:cNvPr id="4" name="">
            <a:extLst xmlns:a="http://schemas.openxmlformats.org/drawingml/2006/main">
              <a:ext uri="{FF2B5EF4-FFF2-40B4-BE49-F238E27FC236}">
                <a16:creationId xmlns:a16="http://schemas.microsoft.com/office/drawing/2014/main" id="{AF74E937-C8E6-47E3-AB55-5B49F14E1238}"/>
              </a:ext>
            </a:extLst>
          </p:cNvPr>
          <p:cNvSpPr>
            <a:spLocks xmlns:a="http://schemas.openxmlformats.org/drawingml/2006/main" noGrp="1"/>
          </p:cNvSpPr>
          <p:nvPr/>
        </p:nvSpPr>
        <p:spPr>
          <a:xfrm xmlns:a="http://schemas.openxmlformats.org/drawingml/2006/main">
            <a:off x="742950" y="2571750"/>
            <a:ext cx="742950" cy="742950"/>
          </a:xfrm>
          <a:prstGeom xmlns:a="http://schemas.openxmlformats.org/drawingml/2006/main" prst="roundRect">
            <a:avLst>
              <a:gd name="adj" fmla="val 50000"/>
            </a:avLst>
          </a:prstGeom>
          <a:solidFill xmlns:a="http://schemas.openxmlformats.org/drawingml/2006/main">
            <a:srgbClr val="6554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F9A24E8-DFED-47D5-9724-9BB74720B03D}"/>
              </a:ext>
            </a:extLst>
          </p:cNvPr>
          <p:cNvSpPr>
            <a:spLocks xmlns:a="http://schemas.openxmlformats.org/drawingml/2006/main" noGrp="1"/>
          </p:cNvSpPr>
          <p:nvPr/>
        </p:nvSpPr>
        <p:spPr>
          <a:xfrm xmlns:a="http://schemas.openxmlformats.org/drawingml/2006/main">
            <a:off x="742950" y="2790825"/>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6E125EF-6E72-4EF5-A5F3-E6970D312937}"/>
              </a:ext>
            </a:extLst>
          </p:cNvPr>
          <p:cNvSpPr>
            <a:spLocks xmlns:a="http://schemas.openxmlformats.org/drawingml/2006/main" noGrp="1"/>
          </p:cNvSpPr>
          <p:nvPr/>
        </p:nvSpPr>
        <p:spPr>
          <a:xfrm xmlns:a="http://schemas.openxmlformats.org/drawingml/2006/main">
            <a:off x="2505075" y="2838450"/>
            <a:ext cx="571500" cy="209550"/>
          </a:xfrm>
          <a:prstGeom xmlns:a="http://schemas.openxmlformats.org/drawingml/2006/main" prst="rightArrow">
            <a:avLst/>
          </a:prstGeom>
          <a:solidFill xmlns:a="http://schemas.openxmlformats.org/drawingml/2006/main">
            <a:srgbClr val="C8C4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295C5DC-CDCE-43F9-8A30-0E175F512D00}"/>
              </a:ext>
            </a:extLst>
          </p:cNvPr>
          <p:cNvSpPr>
            <a:spLocks xmlns:a="http://schemas.openxmlformats.org/drawingml/2006/main" noGrp="1"/>
          </p:cNvSpPr>
          <p:nvPr/>
        </p:nvSpPr>
        <p:spPr>
          <a:xfrm xmlns:a="http://schemas.openxmlformats.org/drawingml/2006/main">
            <a:off x="742950" y="3600450"/>
            <a:ext cx="2305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182A"/>
                </a:solidFill>
                <a:latin typeface="Arial"/>
                <a:ea typeface="Arial"/>
                <a:cs typeface="Arial"/>
              </a:defRPr>
            </a:defPPr>
            <a:lvl1pPr algn="l">
              <a:defRPr sz="2175" b="1">
                <a:solidFill>
                  <a:srgbClr val="17182A"/>
                </a:solidFill>
                <a:latin typeface="Arial"/>
                <a:ea typeface="Arial"/>
                <a:cs typeface="Arial"/>
              </a:defRPr>
            </a:lvl1pPr>
            <a:lvl2pPr algn="l">
              <a:defRPr sz="2175" b="1">
                <a:solidFill>
                  <a:srgbClr val="17182A"/>
                </a:solidFill>
                <a:latin typeface="Arial"/>
                <a:ea typeface="Arial"/>
                <a:cs typeface="Arial"/>
              </a:defRPr>
            </a:lvl2pPr>
            <a:lvl3pPr algn="l">
              <a:defRPr sz="2175" b="1">
                <a:solidFill>
                  <a:srgbClr val="17182A"/>
                </a:solidFill>
                <a:latin typeface="Arial"/>
                <a:ea typeface="Arial"/>
                <a:cs typeface="Arial"/>
              </a:defRPr>
            </a:lvl3pPr>
            <a:lvl4pPr algn="l">
              <a:defRPr sz="2175" b="1">
                <a:solidFill>
                  <a:srgbClr val="17182A"/>
                </a:solidFill>
                <a:latin typeface="Arial"/>
                <a:ea typeface="Arial"/>
                <a:cs typeface="Arial"/>
              </a:defRPr>
            </a:lvl4pPr>
            <a:lvl5pPr algn="l">
              <a:defRPr sz="2175" b="1">
                <a:solidFill>
                  <a:srgbClr val="17182A"/>
                </a:solidFill>
                <a:latin typeface="Arial"/>
                <a:ea typeface="Arial"/>
                <a:cs typeface="Arial"/>
              </a:defRPr>
            </a:lvl5pPr>
            <a:lvl6pPr algn="l">
              <a:defRPr sz="2175" b="1">
                <a:solidFill>
                  <a:srgbClr val="17182A"/>
                </a:solidFill>
                <a:latin typeface="Arial"/>
                <a:ea typeface="Arial"/>
                <a:cs typeface="Arial"/>
              </a:defRPr>
            </a:lvl6pPr>
            <a:lvl7pPr algn="l">
              <a:defRPr sz="2175" b="1">
                <a:solidFill>
                  <a:srgbClr val="17182A"/>
                </a:solidFill>
                <a:latin typeface="Arial"/>
                <a:ea typeface="Arial"/>
                <a:cs typeface="Arial"/>
              </a:defRPr>
            </a:lvl7pPr>
            <a:lvl8pPr algn="l">
              <a:defRPr sz="2175" b="1">
                <a:solidFill>
                  <a:srgbClr val="17182A"/>
                </a:solidFill>
                <a:latin typeface="Arial"/>
                <a:ea typeface="Arial"/>
                <a:cs typeface="Arial"/>
              </a:defRPr>
            </a:lvl8pPr>
            <a:lvl9pPr algn="l">
              <a:defRPr sz="2175" b="1">
                <a:solidFill>
                  <a:srgbClr val="17182A"/>
                </a:solidFill>
                <a:latin typeface="Arial"/>
                <a:ea typeface="Arial"/>
                <a:cs typeface="Arial"/>
              </a:defRPr>
            </a:lvl9pPr>
          </a:lstStyle>
          <a:p xmlns:a="http://schemas.openxmlformats.org/drawingml/2006/main">
            <a:pPr algn="l">
              <a:defRPr sz="2175" b="1">
                <a:solidFill>
                  <a:srgbClr val="17182A"/>
                </a:solidFill>
                <a:latin typeface="Arial"/>
                <a:ea typeface="Arial"/>
                <a:cs typeface="Arial"/>
              </a:defRPr>
            </a:pPr>
            <a:r>
              <a:rPr sz="2175" b="1">
                <a:solidFill>
                  <a:srgbClr val="17182A"/>
                </a:solidFill>
                <a:latin typeface="Arial"/>
                <a:ea typeface="Arial"/>
                <a:cs typeface="Arial"/>
              </a:rPr>
              <a:t>Describe</a:t>
            </a:r>
          </a:p>
        </p:txBody>
      </p:sp>
      <p:sp>
        <p:nvSpPr>
          <p:cNvPr id="8" name="">
            <a:extLst xmlns:a="http://schemas.openxmlformats.org/drawingml/2006/main">
              <a:ext uri="{FF2B5EF4-FFF2-40B4-BE49-F238E27FC236}">
                <a16:creationId xmlns:a16="http://schemas.microsoft.com/office/drawing/2014/main" id="{2C71C30D-0ACA-4C79-B0AD-EA504465B086}"/>
              </a:ext>
            </a:extLst>
          </p:cNvPr>
          <p:cNvSpPr>
            <a:spLocks xmlns:a="http://schemas.openxmlformats.org/drawingml/2006/main" noGrp="1"/>
          </p:cNvSpPr>
          <p:nvPr/>
        </p:nvSpPr>
        <p:spPr>
          <a:xfrm xmlns:a="http://schemas.openxmlformats.org/drawingml/2006/main">
            <a:off x="742950" y="4114800"/>
            <a:ext cx="2247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A6B7E"/>
                </a:solidFill>
                <a:latin typeface="Arial"/>
                <a:ea typeface="Arial"/>
                <a:cs typeface="Arial"/>
              </a:defRPr>
            </a:defPPr>
            <a:lvl1pPr algn="l">
              <a:defRPr sz="1425" b="0">
                <a:solidFill>
                  <a:srgbClr val="6A6B7E"/>
                </a:solidFill>
                <a:latin typeface="Arial"/>
                <a:ea typeface="Arial"/>
                <a:cs typeface="Arial"/>
              </a:defRPr>
            </a:lvl1pPr>
            <a:lvl2pPr algn="l">
              <a:defRPr sz="1425" b="0">
                <a:solidFill>
                  <a:srgbClr val="6A6B7E"/>
                </a:solidFill>
                <a:latin typeface="Arial"/>
                <a:ea typeface="Arial"/>
                <a:cs typeface="Arial"/>
              </a:defRPr>
            </a:lvl2pPr>
            <a:lvl3pPr algn="l">
              <a:defRPr sz="1425" b="0">
                <a:solidFill>
                  <a:srgbClr val="6A6B7E"/>
                </a:solidFill>
                <a:latin typeface="Arial"/>
                <a:ea typeface="Arial"/>
                <a:cs typeface="Arial"/>
              </a:defRPr>
            </a:lvl3pPr>
            <a:lvl4pPr algn="l">
              <a:defRPr sz="1425" b="0">
                <a:solidFill>
                  <a:srgbClr val="6A6B7E"/>
                </a:solidFill>
                <a:latin typeface="Arial"/>
                <a:ea typeface="Arial"/>
                <a:cs typeface="Arial"/>
              </a:defRPr>
            </a:lvl4pPr>
            <a:lvl5pPr algn="l">
              <a:defRPr sz="1425" b="0">
                <a:solidFill>
                  <a:srgbClr val="6A6B7E"/>
                </a:solidFill>
                <a:latin typeface="Arial"/>
                <a:ea typeface="Arial"/>
                <a:cs typeface="Arial"/>
              </a:defRPr>
            </a:lvl5pPr>
            <a:lvl6pPr algn="l">
              <a:defRPr sz="1425" b="0">
                <a:solidFill>
                  <a:srgbClr val="6A6B7E"/>
                </a:solidFill>
                <a:latin typeface="Arial"/>
                <a:ea typeface="Arial"/>
                <a:cs typeface="Arial"/>
              </a:defRPr>
            </a:lvl6pPr>
            <a:lvl7pPr algn="l">
              <a:defRPr sz="1425" b="0">
                <a:solidFill>
                  <a:srgbClr val="6A6B7E"/>
                </a:solidFill>
                <a:latin typeface="Arial"/>
                <a:ea typeface="Arial"/>
                <a:cs typeface="Arial"/>
              </a:defRPr>
            </a:lvl7pPr>
            <a:lvl8pPr algn="l">
              <a:defRPr sz="1425" b="0">
                <a:solidFill>
                  <a:srgbClr val="6A6B7E"/>
                </a:solidFill>
                <a:latin typeface="Arial"/>
                <a:ea typeface="Arial"/>
                <a:cs typeface="Arial"/>
              </a:defRPr>
            </a:lvl8pPr>
            <a:lvl9pPr algn="l">
              <a:defRPr sz="1425" b="0">
                <a:solidFill>
                  <a:srgbClr val="6A6B7E"/>
                </a:solidFill>
                <a:latin typeface="Arial"/>
                <a:ea typeface="Arial"/>
                <a:cs typeface="Arial"/>
              </a:defRPr>
            </a:lvl9pPr>
          </a:lstStyle>
          <a:p xmlns:a="http://schemas.openxmlformats.org/drawingml/2006/main">
            <a:pPr algn="l">
              <a:defRPr sz="1425" b="0">
                <a:solidFill>
                  <a:srgbClr val="6A6B7E"/>
                </a:solidFill>
                <a:latin typeface="Arial"/>
                <a:ea typeface="Arial"/>
                <a:cs typeface="Arial"/>
              </a:defRPr>
            </a:pPr>
            <a:r>
              <a:rPr sz="1425" b="0">
                <a:solidFill>
                  <a:srgbClr val="6A6B7E"/>
                </a:solidFill>
                <a:latin typeface="Arial"/>
                <a:ea typeface="Arial"/>
                <a:cs typeface="Arial"/>
              </a:rPr>
              <a:t>Set venture profile, sector and location.</a:t>
            </a:r>
          </a:p>
        </p:txBody>
      </p:sp>
      <p:sp>
        <p:nvSpPr>
          <p:cNvPr id="9" name="">
            <a:extLst xmlns:a="http://schemas.openxmlformats.org/drawingml/2006/main">
              <a:ext uri="{FF2B5EF4-FFF2-40B4-BE49-F238E27FC236}">
                <a16:creationId xmlns:a16="http://schemas.microsoft.com/office/drawing/2014/main" id="{F99FFCF9-4311-4716-8AE6-97E6AE58FF99}"/>
              </a:ext>
            </a:extLst>
          </p:cNvPr>
          <p:cNvSpPr>
            <a:spLocks xmlns:a="http://schemas.openxmlformats.org/drawingml/2006/main" noGrp="1"/>
          </p:cNvSpPr>
          <p:nvPr/>
        </p:nvSpPr>
        <p:spPr>
          <a:xfrm xmlns:a="http://schemas.openxmlformats.org/drawingml/2006/main">
            <a:off x="3562350" y="2571750"/>
            <a:ext cx="742950" cy="742950"/>
          </a:xfrm>
          <a:prstGeom xmlns:a="http://schemas.openxmlformats.org/drawingml/2006/main" prst="roundRect">
            <a:avLst>
              <a:gd name="adj" fmla="val 50000"/>
            </a:avLst>
          </a:prstGeom>
          <a:solidFill xmlns:a="http://schemas.openxmlformats.org/drawingml/2006/main">
            <a:srgbClr val="168A7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79E42C4-2A63-44DF-AC2C-5A21A6D49E2E}"/>
              </a:ext>
            </a:extLst>
          </p:cNvPr>
          <p:cNvSpPr>
            <a:spLocks xmlns:a="http://schemas.openxmlformats.org/drawingml/2006/main" noGrp="1"/>
          </p:cNvSpPr>
          <p:nvPr/>
        </p:nvSpPr>
        <p:spPr>
          <a:xfrm xmlns:a="http://schemas.openxmlformats.org/drawingml/2006/main">
            <a:off x="3562350" y="2790825"/>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C00C2D3B-08B0-4E03-9E19-8836FA68A823}"/>
              </a:ext>
            </a:extLst>
          </p:cNvPr>
          <p:cNvSpPr>
            <a:spLocks xmlns:a="http://schemas.openxmlformats.org/drawingml/2006/main" noGrp="1"/>
          </p:cNvSpPr>
          <p:nvPr/>
        </p:nvSpPr>
        <p:spPr>
          <a:xfrm xmlns:a="http://schemas.openxmlformats.org/drawingml/2006/main">
            <a:off x="5324475" y="2838450"/>
            <a:ext cx="571500" cy="209550"/>
          </a:xfrm>
          <a:prstGeom xmlns:a="http://schemas.openxmlformats.org/drawingml/2006/main" prst="rightArrow">
            <a:avLst/>
          </a:prstGeom>
          <a:solidFill xmlns:a="http://schemas.openxmlformats.org/drawingml/2006/main">
            <a:srgbClr val="C8C4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2AB0759-DE75-4711-A297-48ED9DC1EA95}"/>
              </a:ext>
            </a:extLst>
          </p:cNvPr>
          <p:cNvSpPr>
            <a:spLocks xmlns:a="http://schemas.openxmlformats.org/drawingml/2006/main" noGrp="1"/>
          </p:cNvSpPr>
          <p:nvPr/>
        </p:nvSpPr>
        <p:spPr>
          <a:xfrm xmlns:a="http://schemas.openxmlformats.org/drawingml/2006/main">
            <a:off x="3562350" y="3600450"/>
            <a:ext cx="2305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182A"/>
                </a:solidFill>
                <a:latin typeface="Arial"/>
                <a:ea typeface="Arial"/>
                <a:cs typeface="Arial"/>
              </a:defRPr>
            </a:defPPr>
            <a:lvl1pPr algn="l">
              <a:defRPr sz="2175" b="1">
                <a:solidFill>
                  <a:srgbClr val="17182A"/>
                </a:solidFill>
                <a:latin typeface="Arial"/>
                <a:ea typeface="Arial"/>
                <a:cs typeface="Arial"/>
              </a:defRPr>
            </a:lvl1pPr>
            <a:lvl2pPr algn="l">
              <a:defRPr sz="2175" b="1">
                <a:solidFill>
                  <a:srgbClr val="17182A"/>
                </a:solidFill>
                <a:latin typeface="Arial"/>
                <a:ea typeface="Arial"/>
                <a:cs typeface="Arial"/>
              </a:defRPr>
            </a:lvl2pPr>
            <a:lvl3pPr algn="l">
              <a:defRPr sz="2175" b="1">
                <a:solidFill>
                  <a:srgbClr val="17182A"/>
                </a:solidFill>
                <a:latin typeface="Arial"/>
                <a:ea typeface="Arial"/>
                <a:cs typeface="Arial"/>
              </a:defRPr>
            </a:lvl3pPr>
            <a:lvl4pPr algn="l">
              <a:defRPr sz="2175" b="1">
                <a:solidFill>
                  <a:srgbClr val="17182A"/>
                </a:solidFill>
                <a:latin typeface="Arial"/>
                <a:ea typeface="Arial"/>
                <a:cs typeface="Arial"/>
              </a:defRPr>
            </a:lvl4pPr>
            <a:lvl5pPr algn="l">
              <a:defRPr sz="2175" b="1">
                <a:solidFill>
                  <a:srgbClr val="17182A"/>
                </a:solidFill>
                <a:latin typeface="Arial"/>
                <a:ea typeface="Arial"/>
                <a:cs typeface="Arial"/>
              </a:defRPr>
            </a:lvl5pPr>
            <a:lvl6pPr algn="l">
              <a:defRPr sz="2175" b="1">
                <a:solidFill>
                  <a:srgbClr val="17182A"/>
                </a:solidFill>
                <a:latin typeface="Arial"/>
                <a:ea typeface="Arial"/>
                <a:cs typeface="Arial"/>
              </a:defRPr>
            </a:lvl6pPr>
            <a:lvl7pPr algn="l">
              <a:defRPr sz="2175" b="1">
                <a:solidFill>
                  <a:srgbClr val="17182A"/>
                </a:solidFill>
                <a:latin typeface="Arial"/>
                <a:ea typeface="Arial"/>
                <a:cs typeface="Arial"/>
              </a:defRPr>
            </a:lvl7pPr>
            <a:lvl8pPr algn="l">
              <a:defRPr sz="2175" b="1">
                <a:solidFill>
                  <a:srgbClr val="17182A"/>
                </a:solidFill>
                <a:latin typeface="Arial"/>
                <a:ea typeface="Arial"/>
                <a:cs typeface="Arial"/>
              </a:defRPr>
            </a:lvl8pPr>
            <a:lvl9pPr algn="l">
              <a:defRPr sz="2175" b="1">
                <a:solidFill>
                  <a:srgbClr val="17182A"/>
                </a:solidFill>
                <a:latin typeface="Arial"/>
                <a:ea typeface="Arial"/>
                <a:cs typeface="Arial"/>
              </a:defRPr>
            </a:lvl9pPr>
          </a:lstStyle>
          <a:p xmlns:a="http://schemas.openxmlformats.org/drawingml/2006/main">
            <a:pPr algn="l">
              <a:defRPr sz="2175" b="1">
                <a:solidFill>
                  <a:srgbClr val="17182A"/>
                </a:solidFill>
                <a:latin typeface="Arial"/>
                <a:ea typeface="Arial"/>
                <a:cs typeface="Arial"/>
              </a:defRPr>
            </a:pPr>
            <a:r>
              <a:rPr sz="2175" b="1">
                <a:solidFill>
                  <a:srgbClr val="17182A"/>
                </a:solidFill>
                <a:latin typeface="Arial"/>
                <a:ea typeface="Arial"/>
                <a:cs typeface="Arial"/>
              </a:rPr>
              <a:t>Discover</a:t>
            </a:r>
          </a:p>
        </p:txBody>
      </p:sp>
      <p:sp>
        <p:nvSpPr>
          <p:cNvPr id="13" name="">
            <a:extLst xmlns:a="http://schemas.openxmlformats.org/drawingml/2006/main">
              <a:ext uri="{FF2B5EF4-FFF2-40B4-BE49-F238E27FC236}">
                <a16:creationId xmlns:a16="http://schemas.microsoft.com/office/drawing/2014/main" id="{7EFFB8DD-E5D3-433A-945A-D1CD2B342FC4}"/>
              </a:ext>
            </a:extLst>
          </p:cNvPr>
          <p:cNvSpPr>
            <a:spLocks xmlns:a="http://schemas.openxmlformats.org/drawingml/2006/main" noGrp="1"/>
          </p:cNvSpPr>
          <p:nvPr/>
        </p:nvSpPr>
        <p:spPr>
          <a:xfrm xmlns:a="http://schemas.openxmlformats.org/drawingml/2006/main">
            <a:off x="3562350" y="4114800"/>
            <a:ext cx="2247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A6B7E"/>
                </a:solidFill>
                <a:latin typeface="Arial"/>
                <a:ea typeface="Arial"/>
                <a:cs typeface="Arial"/>
              </a:defRPr>
            </a:defPPr>
            <a:lvl1pPr algn="l">
              <a:defRPr sz="1425" b="0">
                <a:solidFill>
                  <a:srgbClr val="6A6B7E"/>
                </a:solidFill>
                <a:latin typeface="Arial"/>
                <a:ea typeface="Arial"/>
                <a:cs typeface="Arial"/>
              </a:defRPr>
            </a:lvl1pPr>
            <a:lvl2pPr algn="l">
              <a:defRPr sz="1425" b="0">
                <a:solidFill>
                  <a:srgbClr val="6A6B7E"/>
                </a:solidFill>
                <a:latin typeface="Arial"/>
                <a:ea typeface="Arial"/>
                <a:cs typeface="Arial"/>
              </a:defRPr>
            </a:lvl2pPr>
            <a:lvl3pPr algn="l">
              <a:defRPr sz="1425" b="0">
                <a:solidFill>
                  <a:srgbClr val="6A6B7E"/>
                </a:solidFill>
                <a:latin typeface="Arial"/>
                <a:ea typeface="Arial"/>
                <a:cs typeface="Arial"/>
              </a:defRPr>
            </a:lvl3pPr>
            <a:lvl4pPr algn="l">
              <a:defRPr sz="1425" b="0">
                <a:solidFill>
                  <a:srgbClr val="6A6B7E"/>
                </a:solidFill>
                <a:latin typeface="Arial"/>
                <a:ea typeface="Arial"/>
                <a:cs typeface="Arial"/>
              </a:defRPr>
            </a:lvl4pPr>
            <a:lvl5pPr algn="l">
              <a:defRPr sz="1425" b="0">
                <a:solidFill>
                  <a:srgbClr val="6A6B7E"/>
                </a:solidFill>
                <a:latin typeface="Arial"/>
                <a:ea typeface="Arial"/>
                <a:cs typeface="Arial"/>
              </a:defRPr>
            </a:lvl5pPr>
            <a:lvl6pPr algn="l">
              <a:defRPr sz="1425" b="0">
                <a:solidFill>
                  <a:srgbClr val="6A6B7E"/>
                </a:solidFill>
                <a:latin typeface="Arial"/>
                <a:ea typeface="Arial"/>
                <a:cs typeface="Arial"/>
              </a:defRPr>
            </a:lvl6pPr>
            <a:lvl7pPr algn="l">
              <a:defRPr sz="1425" b="0">
                <a:solidFill>
                  <a:srgbClr val="6A6B7E"/>
                </a:solidFill>
                <a:latin typeface="Arial"/>
                <a:ea typeface="Arial"/>
                <a:cs typeface="Arial"/>
              </a:defRPr>
            </a:lvl7pPr>
            <a:lvl8pPr algn="l">
              <a:defRPr sz="1425" b="0">
                <a:solidFill>
                  <a:srgbClr val="6A6B7E"/>
                </a:solidFill>
                <a:latin typeface="Arial"/>
                <a:ea typeface="Arial"/>
                <a:cs typeface="Arial"/>
              </a:defRPr>
            </a:lvl8pPr>
            <a:lvl9pPr algn="l">
              <a:defRPr sz="1425" b="0">
                <a:solidFill>
                  <a:srgbClr val="6A6B7E"/>
                </a:solidFill>
                <a:latin typeface="Arial"/>
                <a:ea typeface="Arial"/>
                <a:cs typeface="Arial"/>
              </a:defRPr>
            </a:lvl9pPr>
          </a:lstStyle>
          <a:p xmlns:a="http://schemas.openxmlformats.org/drawingml/2006/main">
            <a:pPr algn="l">
              <a:defRPr sz="1425" b="0">
                <a:solidFill>
                  <a:srgbClr val="6A6B7E"/>
                </a:solidFill>
                <a:latin typeface="Arial"/>
                <a:ea typeface="Arial"/>
                <a:cs typeface="Arial"/>
              </a:defRPr>
            </a:pPr>
            <a:r>
              <a:rPr sz="1425" b="0">
                <a:solidFill>
                  <a:srgbClr val="6A6B7E"/>
                </a:solidFill>
                <a:latin typeface="Arial"/>
                <a:ea typeface="Arial"/>
                <a:cs typeface="Arial"/>
              </a:rPr>
              <a:t>Review opportunities with fit rationale and source links.</a:t>
            </a:r>
          </a:p>
        </p:txBody>
      </p:sp>
      <p:sp>
        <p:nvSpPr>
          <p:cNvPr id="14" name="">
            <a:extLst xmlns:a="http://schemas.openxmlformats.org/drawingml/2006/main">
              <a:ext uri="{FF2B5EF4-FFF2-40B4-BE49-F238E27FC236}">
                <a16:creationId xmlns:a16="http://schemas.microsoft.com/office/drawing/2014/main" id="{51ADD291-B635-4B64-A804-BB58B6EE38C3}"/>
              </a:ext>
            </a:extLst>
          </p:cNvPr>
          <p:cNvSpPr>
            <a:spLocks xmlns:a="http://schemas.openxmlformats.org/drawingml/2006/main" noGrp="1"/>
          </p:cNvSpPr>
          <p:nvPr/>
        </p:nvSpPr>
        <p:spPr>
          <a:xfrm xmlns:a="http://schemas.openxmlformats.org/drawingml/2006/main">
            <a:off x="6381750" y="2571750"/>
            <a:ext cx="742950" cy="742950"/>
          </a:xfrm>
          <a:prstGeom xmlns:a="http://schemas.openxmlformats.org/drawingml/2006/main" prst="roundRect">
            <a:avLst>
              <a:gd name="adj" fmla="val 50000"/>
            </a:avLst>
          </a:prstGeom>
          <a:solidFill xmlns:a="http://schemas.openxmlformats.org/drawingml/2006/main">
            <a:srgbClr val="D78B3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AB5F213-0E0C-4E56-AABA-11244DBB1C0A}"/>
              </a:ext>
            </a:extLst>
          </p:cNvPr>
          <p:cNvSpPr>
            <a:spLocks xmlns:a="http://schemas.openxmlformats.org/drawingml/2006/main" noGrp="1"/>
          </p:cNvSpPr>
          <p:nvPr/>
        </p:nvSpPr>
        <p:spPr>
          <a:xfrm xmlns:a="http://schemas.openxmlformats.org/drawingml/2006/main">
            <a:off x="6381750" y="2790825"/>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15B71578-3465-4F6E-B490-27444545F895}"/>
              </a:ext>
            </a:extLst>
          </p:cNvPr>
          <p:cNvSpPr>
            <a:spLocks xmlns:a="http://schemas.openxmlformats.org/drawingml/2006/main" noGrp="1"/>
          </p:cNvSpPr>
          <p:nvPr/>
        </p:nvSpPr>
        <p:spPr>
          <a:xfrm xmlns:a="http://schemas.openxmlformats.org/drawingml/2006/main">
            <a:off x="8143875" y="2838450"/>
            <a:ext cx="571500" cy="209550"/>
          </a:xfrm>
          <a:prstGeom xmlns:a="http://schemas.openxmlformats.org/drawingml/2006/main" prst="rightArrow">
            <a:avLst/>
          </a:prstGeom>
          <a:solidFill xmlns:a="http://schemas.openxmlformats.org/drawingml/2006/main">
            <a:srgbClr val="C8C4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D234262-3395-4A9E-99A1-961D9A237F27}"/>
              </a:ext>
            </a:extLst>
          </p:cNvPr>
          <p:cNvSpPr>
            <a:spLocks xmlns:a="http://schemas.openxmlformats.org/drawingml/2006/main" noGrp="1"/>
          </p:cNvSpPr>
          <p:nvPr/>
        </p:nvSpPr>
        <p:spPr>
          <a:xfrm xmlns:a="http://schemas.openxmlformats.org/drawingml/2006/main">
            <a:off x="6381750" y="3600450"/>
            <a:ext cx="2305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182A"/>
                </a:solidFill>
                <a:latin typeface="Arial"/>
                <a:ea typeface="Arial"/>
                <a:cs typeface="Arial"/>
              </a:defRPr>
            </a:defPPr>
            <a:lvl1pPr algn="l">
              <a:defRPr sz="2175" b="1">
                <a:solidFill>
                  <a:srgbClr val="17182A"/>
                </a:solidFill>
                <a:latin typeface="Arial"/>
                <a:ea typeface="Arial"/>
                <a:cs typeface="Arial"/>
              </a:defRPr>
            </a:lvl1pPr>
            <a:lvl2pPr algn="l">
              <a:defRPr sz="2175" b="1">
                <a:solidFill>
                  <a:srgbClr val="17182A"/>
                </a:solidFill>
                <a:latin typeface="Arial"/>
                <a:ea typeface="Arial"/>
                <a:cs typeface="Arial"/>
              </a:defRPr>
            </a:lvl2pPr>
            <a:lvl3pPr algn="l">
              <a:defRPr sz="2175" b="1">
                <a:solidFill>
                  <a:srgbClr val="17182A"/>
                </a:solidFill>
                <a:latin typeface="Arial"/>
                <a:ea typeface="Arial"/>
                <a:cs typeface="Arial"/>
              </a:defRPr>
            </a:lvl3pPr>
            <a:lvl4pPr algn="l">
              <a:defRPr sz="2175" b="1">
                <a:solidFill>
                  <a:srgbClr val="17182A"/>
                </a:solidFill>
                <a:latin typeface="Arial"/>
                <a:ea typeface="Arial"/>
                <a:cs typeface="Arial"/>
              </a:defRPr>
            </a:lvl4pPr>
            <a:lvl5pPr algn="l">
              <a:defRPr sz="2175" b="1">
                <a:solidFill>
                  <a:srgbClr val="17182A"/>
                </a:solidFill>
                <a:latin typeface="Arial"/>
                <a:ea typeface="Arial"/>
                <a:cs typeface="Arial"/>
              </a:defRPr>
            </a:lvl5pPr>
            <a:lvl6pPr algn="l">
              <a:defRPr sz="2175" b="1">
                <a:solidFill>
                  <a:srgbClr val="17182A"/>
                </a:solidFill>
                <a:latin typeface="Arial"/>
                <a:ea typeface="Arial"/>
                <a:cs typeface="Arial"/>
              </a:defRPr>
            </a:lvl6pPr>
            <a:lvl7pPr algn="l">
              <a:defRPr sz="2175" b="1">
                <a:solidFill>
                  <a:srgbClr val="17182A"/>
                </a:solidFill>
                <a:latin typeface="Arial"/>
                <a:ea typeface="Arial"/>
                <a:cs typeface="Arial"/>
              </a:defRPr>
            </a:lvl7pPr>
            <a:lvl8pPr algn="l">
              <a:defRPr sz="2175" b="1">
                <a:solidFill>
                  <a:srgbClr val="17182A"/>
                </a:solidFill>
                <a:latin typeface="Arial"/>
                <a:ea typeface="Arial"/>
                <a:cs typeface="Arial"/>
              </a:defRPr>
            </a:lvl8pPr>
            <a:lvl9pPr algn="l">
              <a:defRPr sz="2175" b="1">
                <a:solidFill>
                  <a:srgbClr val="17182A"/>
                </a:solidFill>
                <a:latin typeface="Arial"/>
                <a:ea typeface="Arial"/>
                <a:cs typeface="Arial"/>
              </a:defRPr>
            </a:lvl9pPr>
          </a:lstStyle>
          <a:p xmlns:a="http://schemas.openxmlformats.org/drawingml/2006/main">
            <a:pPr algn="l">
              <a:defRPr sz="2175" b="1">
                <a:solidFill>
                  <a:srgbClr val="17182A"/>
                </a:solidFill>
                <a:latin typeface="Arial"/>
                <a:ea typeface="Arial"/>
                <a:cs typeface="Arial"/>
              </a:defRPr>
            </a:pPr>
            <a:r>
              <a:rPr sz="2175" b="1">
                <a:solidFill>
                  <a:srgbClr val="17182A"/>
                </a:solidFill>
                <a:latin typeface="Arial"/>
                <a:ea typeface="Arial"/>
                <a:cs typeface="Arial"/>
              </a:rPr>
              <a:t>Draft</a:t>
            </a:r>
          </a:p>
        </p:txBody>
      </p:sp>
      <p:sp>
        <p:nvSpPr>
          <p:cNvPr id="18" name="">
            <a:extLst xmlns:a="http://schemas.openxmlformats.org/drawingml/2006/main">
              <a:ext uri="{FF2B5EF4-FFF2-40B4-BE49-F238E27FC236}">
                <a16:creationId xmlns:a16="http://schemas.microsoft.com/office/drawing/2014/main" id="{30B059C1-F9AD-4086-A8BC-85AD2737E96D}"/>
              </a:ext>
            </a:extLst>
          </p:cNvPr>
          <p:cNvSpPr>
            <a:spLocks xmlns:a="http://schemas.openxmlformats.org/drawingml/2006/main" noGrp="1"/>
          </p:cNvSpPr>
          <p:nvPr/>
        </p:nvSpPr>
        <p:spPr>
          <a:xfrm xmlns:a="http://schemas.openxmlformats.org/drawingml/2006/main">
            <a:off x="6381750" y="4114800"/>
            <a:ext cx="2247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A6B7E"/>
                </a:solidFill>
                <a:latin typeface="Arial"/>
                <a:ea typeface="Arial"/>
                <a:cs typeface="Arial"/>
              </a:defRPr>
            </a:defPPr>
            <a:lvl1pPr algn="l">
              <a:defRPr sz="1425" b="0">
                <a:solidFill>
                  <a:srgbClr val="6A6B7E"/>
                </a:solidFill>
                <a:latin typeface="Arial"/>
                <a:ea typeface="Arial"/>
                <a:cs typeface="Arial"/>
              </a:defRPr>
            </a:lvl1pPr>
            <a:lvl2pPr algn="l">
              <a:defRPr sz="1425" b="0">
                <a:solidFill>
                  <a:srgbClr val="6A6B7E"/>
                </a:solidFill>
                <a:latin typeface="Arial"/>
                <a:ea typeface="Arial"/>
                <a:cs typeface="Arial"/>
              </a:defRPr>
            </a:lvl2pPr>
            <a:lvl3pPr algn="l">
              <a:defRPr sz="1425" b="0">
                <a:solidFill>
                  <a:srgbClr val="6A6B7E"/>
                </a:solidFill>
                <a:latin typeface="Arial"/>
                <a:ea typeface="Arial"/>
                <a:cs typeface="Arial"/>
              </a:defRPr>
            </a:lvl3pPr>
            <a:lvl4pPr algn="l">
              <a:defRPr sz="1425" b="0">
                <a:solidFill>
                  <a:srgbClr val="6A6B7E"/>
                </a:solidFill>
                <a:latin typeface="Arial"/>
                <a:ea typeface="Arial"/>
                <a:cs typeface="Arial"/>
              </a:defRPr>
            </a:lvl4pPr>
            <a:lvl5pPr algn="l">
              <a:defRPr sz="1425" b="0">
                <a:solidFill>
                  <a:srgbClr val="6A6B7E"/>
                </a:solidFill>
                <a:latin typeface="Arial"/>
                <a:ea typeface="Arial"/>
                <a:cs typeface="Arial"/>
              </a:defRPr>
            </a:lvl5pPr>
            <a:lvl6pPr algn="l">
              <a:defRPr sz="1425" b="0">
                <a:solidFill>
                  <a:srgbClr val="6A6B7E"/>
                </a:solidFill>
                <a:latin typeface="Arial"/>
                <a:ea typeface="Arial"/>
                <a:cs typeface="Arial"/>
              </a:defRPr>
            </a:lvl6pPr>
            <a:lvl7pPr algn="l">
              <a:defRPr sz="1425" b="0">
                <a:solidFill>
                  <a:srgbClr val="6A6B7E"/>
                </a:solidFill>
                <a:latin typeface="Arial"/>
                <a:ea typeface="Arial"/>
                <a:cs typeface="Arial"/>
              </a:defRPr>
            </a:lvl7pPr>
            <a:lvl8pPr algn="l">
              <a:defRPr sz="1425" b="0">
                <a:solidFill>
                  <a:srgbClr val="6A6B7E"/>
                </a:solidFill>
                <a:latin typeface="Arial"/>
                <a:ea typeface="Arial"/>
                <a:cs typeface="Arial"/>
              </a:defRPr>
            </a:lvl8pPr>
            <a:lvl9pPr algn="l">
              <a:defRPr sz="1425" b="0">
                <a:solidFill>
                  <a:srgbClr val="6A6B7E"/>
                </a:solidFill>
                <a:latin typeface="Arial"/>
                <a:ea typeface="Arial"/>
                <a:cs typeface="Arial"/>
              </a:defRPr>
            </a:lvl9pPr>
          </a:lstStyle>
          <a:p xmlns:a="http://schemas.openxmlformats.org/drawingml/2006/main">
            <a:pPr algn="l">
              <a:defRPr sz="1425" b="0">
                <a:solidFill>
                  <a:srgbClr val="6A6B7E"/>
                </a:solidFill>
                <a:latin typeface="Arial"/>
                <a:ea typeface="Arial"/>
                <a:cs typeface="Arial"/>
              </a:defRPr>
            </a:pPr>
            <a:r>
              <a:rPr sz="1425" b="0">
                <a:solidFill>
                  <a:srgbClr val="6A6B7E"/>
                </a:solidFill>
                <a:latin typeface="Arial"/>
                <a:ea typeface="Arial"/>
                <a:cs typeface="Arial"/>
              </a:rPr>
              <a:t>Generate answers, then edit them before a run.</a:t>
            </a:r>
          </a:p>
        </p:txBody>
      </p:sp>
      <p:sp>
        <p:nvSpPr>
          <p:cNvPr id="19" name="">
            <a:extLst xmlns:a="http://schemas.openxmlformats.org/drawingml/2006/main">
              <a:ext uri="{FF2B5EF4-FFF2-40B4-BE49-F238E27FC236}">
                <a16:creationId xmlns:a16="http://schemas.microsoft.com/office/drawing/2014/main" id="{28B11EB9-4D89-46AF-9C35-EC4745DCF908}"/>
              </a:ext>
            </a:extLst>
          </p:cNvPr>
          <p:cNvSpPr>
            <a:spLocks xmlns:a="http://schemas.openxmlformats.org/drawingml/2006/main" noGrp="1"/>
          </p:cNvSpPr>
          <p:nvPr/>
        </p:nvSpPr>
        <p:spPr>
          <a:xfrm xmlns:a="http://schemas.openxmlformats.org/drawingml/2006/main">
            <a:off x="9201150" y="2571750"/>
            <a:ext cx="742950" cy="742950"/>
          </a:xfrm>
          <a:prstGeom xmlns:a="http://schemas.openxmlformats.org/drawingml/2006/main" prst="roundRect">
            <a:avLst>
              <a:gd name="adj" fmla="val 50000"/>
            </a:avLst>
          </a:prstGeom>
          <a:solidFill xmlns:a="http://schemas.openxmlformats.org/drawingml/2006/main">
            <a:srgbClr val="6554E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658254A-26C5-46C5-9A8B-246B521EE79A}"/>
              </a:ext>
            </a:extLst>
          </p:cNvPr>
          <p:cNvSpPr>
            <a:spLocks xmlns:a="http://schemas.openxmlformats.org/drawingml/2006/main" noGrp="1"/>
          </p:cNvSpPr>
          <p:nvPr/>
        </p:nvSpPr>
        <p:spPr>
          <a:xfrm xmlns:a="http://schemas.openxmlformats.org/drawingml/2006/main">
            <a:off x="9201150" y="2790825"/>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AB5C5E01-E768-425D-AA9B-6227D1326F44}"/>
              </a:ext>
            </a:extLst>
          </p:cNvPr>
          <p:cNvSpPr>
            <a:spLocks xmlns:a="http://schemas.openxmlformats.org/drawingml/2006/main" noGrp="1"/>
          </p:cNvSpPr>
          <p:nvPr/>
        </p:nvSpPr>
        <p:spPr>
          <a:xfrm xmlns:a="http://schemas.openxmlformats.org/drawingml/2006/main">
            <a:off x="9201150" y="3600450"/>
            <a:ext cx="2305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182A"/>
                </a:solidFill>
                <a:latin typeface="Arial"/>
                <a:ea typeface="Arial"/>
                <a:cs typeface="Arial"/>
              </a:defRPr>
            </a:defPPr>
            <a:lvl1pPr algn="l">
              <a:defRPr sz="2175" b="1">
                <a:solidFill>
                  <a:srgbClr val="17182A"/>
                </a:solidFill>
                <a:latin typeface="Arial"/>
                <a:ea typeface="Arial"/>
                <a:cs typeface="Arial"/>
              </a:defRPr>
            </a:lvl1pPr>
            <a:lvl2pPr algn="l">
              <a:defRPr sz="2175" b="1">
                <a:solidFill>
                  <a:srgbClr val="17182A"/>
                </a:solidFill>
                <a:latin typeface="Arial"/>
                <a:ea typeface="Arial"/>
                <a:cs typeface="Arial"/>
              </a:defRPr>
            </a:lvl2pPr>
            <a:lvl3pPr algn="l">
              <a:defRPr sz="2175" b="1">
                <a:solidFill>
                  <a:srgbClr val="17182A"/>
                </a:solidFill>
                <a:latin typeface="Arial"/>
                <a:ea typeface="Arial"/>
                <a:cs typeface="Arial"/>
              </a:defRPr>
            </a:lvl3pPr>
            <a:lvl4pPr algn="l">
              <a:defRPr sz="2175" b="1">
                <a:solidFill>
                  <a:srgbClr val="17182A"/>
                </a:solidFill>
                <a:latin typeface="Arial"/>
                <a:ea typeface="Arial"/>
                <a:cs typeface="Arial"/>
              </a:defRPr>
            </a:lvl4pPr>
            <a:lvl5pPr algn="l">
              <a:defRPr sz="2175" b="1">
                <a:solidFill>
                  <a:srgbClr val="17182A"/>
                </a:solidFill>
                <a:latin typeface="Arial"/>
                <a:ea typeface="Arial"/>
                <a:cs typeface="Arial"/>
              </a:defRPr>
            </a:lvl5pPr>
            <a:lvl6pPr algn="l">
              <a:defRPr sz="2175" b="1">
                <a:solidFill>
                  <a:srgbClr val="17182A"/>
                </a:solidFill>
                <a:latin typeface="Arial"/>
                <a:ea typeface="Arial"/>
                <a:cs typeface="Arial"/>
              </a:defRPr>
            </a:lvl6pPr>
            <a:lvl7pPr algn="l">
              <a:defRPr sz="2175" b="1">
                <a:solidFill>
                  <a:srgbClr val="17182A"/>
                </a:solidFill>
                <a:latin typeface="Arial"/>
                <a:ea typeface="Arial"/>
                <a:cs typeface="Arial"/>
              </a:defRPr>
            </a:lvl7pPr>
            <a:lvl8pPr algn="l">
              <a:defRPr sz="2175" b="1">
                <a:solidFill>
                  <a:srgbClr val="17182A"/>
                </a:solidFill>
                <a:latin typeface="Arial"/>
                <a:ea typeface="Arial"/>
                <a:cs typeface="Arial"/>
              </a:defRPr>
            </a:lvl8pPr>
            <a:lvl9pPr algn="l">
              <a:defRPr sz="2175" b="1">
                <a:solidFill>
                  <a:srgbClr val="17182A"/>
                </a:solidFill>
                <a:latin typeface="Arial"/>
                <a:ea typeface="Arial"/>
                <a:cs typeface="Arial"/>
              </a:defRPr>
            </a:lvl9pPr>
          </a:lstStyle>
          <a:p xmlns:a="http://schemas.openxmlformats.org/drawingml/2006/main">
            <a:pPr algn="l">
              <a:defRPr sz="2175" b="1">
                <a:solidFill>
                  <a:srgbClr val="17182A"/>
                </a:solidFill>
                <a:latin typeface="Arial"/>
                <a:ea typeface="Arial"/>
                <a:cs typeface="Arial"/>
              </a:defRPr>
            </a:pPr>
            <a:r>
              <a:rPr sz="2175" b="1">
                <a:solidFill>
                  <a:srgbClr val="17182A"/>
                </a:solidFill>
                <a:latin typeface="Arial"/>
                <a:ea typeface="Arial"/>
                <a:cs typeface="Arial"/>
              </a:rPr>
              <a:t>Submit</a:t>
            </a:r>
          </a:p>
        </p:txBody>
      </p:sp>
      <p:sp>
        <p:nvSpPr>
          <p:cNvPr id="22" name="">
            <a:extLst xmlns:a="http://schemas.openxmlformats.org/drawingml/2006/main">
              <a:ext uri="{FF2B5EF4-FFF2-40B4-BE49-F238E27FC236}">
                <a16:creationId xmlns:a16="http://schemas.microsoft.com/office/drawing/2014/main" id="{3FA3A8C8-9796-4643-93CA-7CAC29387F74}"/>
              </a:ext>
            </a:extLst>
          </p:cNvPr>
          <p:cNvSpPr>
            <a:spLocks xmlns:a="http://schemas.openxmlformats.org/drawingml/2006/main" noGrp="1"/>
          </p:cNvSpPr>
          <p:nvPr/>
        </p:nvSpPr>
        <p:spPr>
          <a:xfrm xmlns:a="http://schemas.openxmlformats.org/drawingml/2006/main">
            <a:off x="9201150" y="4114800"/>
            <a:ext cx="2247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A6B7E"/>
                </a:solidFill>
                <a:latin typeface="Arial"/>
                <a:ea typeface="Arial"/>
                <a:cs typeface="Arial"/>
              </a:defRPr>
            </a:defPPr>
            <a:lvl1pPr algn="l">
              <a:defRPr sz="1425" b="0">
                <a:solidFill>
                  <a:srgbClr val="6A6B7E"/>
                </a:solidFill>
                <a:latin typeface="Arial"/>
                <a:ea typeface="Arial"/>
                <a:cs typeface="Arial"/>
              </a:defRPr>
            </a:lvl1pPr>
            <a:lvl2pPr algn="l">
              <a:defRPr sz="1425" b="0">
                <a:solidFill>
                  <a:srgbClr val="6A6B7E"/>
                </a:solidFill>
                <a:latin typeface="Arial"/>
                <a:ea typeface="Arial"/>
                <a:cs typeface="Arial"/>
              </a:defRPr>
            </a:lvl2pPr>
            <a:lvl3pPr algn="l">
              <a:defRPr sz="1425" b="0">
                <a:solidFill>
                  <a:srgbClr val="6A6B7E"/>
                </a:solidFill>
                <a:latin typeface="Arial"/>
                <a:ea typeface="Arial"/>
                <a:cs typeface="Arial"/>
              </a:defRPr>
            </a:lvl3pPr>
            <a:lvl4pPr algn="l">
              <a:defRPr sz="1425" b="0">
                <a:solidFill>
                  <a:srgbClr val="6A6B7E"/>
                </a:solidFill>
                <a:latin typeface="Arial"/>
                <a:ea typeface="Arial"/>
                <a:cs typeface="Arial"/>
              </a:defRPr>
            </a:lvl4pPr>
            <a:lvl5pPr algn="l">
              <a:defRPr sz="1425" b="0">
                <a:solidFill>
                  <a:srgbClr val="6A6B7E"/>
                </a:solidFill>
                <a:latin typeface="Arial"/>
                <a:ea typeface="Arial"/>
                <a:cs typeface="Arial"/>
              </a:defRPr>
            </a:lvl5pPr>
            <a:lvl6pPr algn="l">
              <a:defRPr sz="1425" b="0">
                <a:solidFill>
                  <a:srgbClr val="6A6B7E"/>
                </a:solidFill>
                <a:latin typeface="Arial"/>
                <a:ea typeface="Arial"/>
                <a:cs typeface="Arial"/>
              </a:defRPr>
            </a:lvl6pPr>
            <a:lvl7pPr algn="l">
              <a:defRPr sz="1425" b="0">
                <a:solidFill>
                  <a:srgbClr val="6A6B7E"/>
                </a:solidFill>
                <a:latin typeface="Arial"/>
                <a:ea typeface="Arial"/>
                <a:cs typeface="Arial"/>
              </a:defRPr>
            </a:lvl7pPr>
            <a:lvl8pPr algn="l">
              <a:defRPr sz="1425" b="0">
                <a:solidFill>
                  <a:srgbClr val="6A6B7E"/>
                </a:solidFill>
                <a:latin typeface="Arial"/>
                <a:ea typeface="Arial"/>
                <a:cs typeface="Arial"/>
              </a:defRPr>
            </a:lvl8pPr>
            <a:lvl9pPr algn="l">
              <a:defRPr sz="1425" b="0">
                <a:solidFill>
                  <a:srgbClr val="6A6B7E"/>
                </a:solidFill>
                <a:latin typeface="Arial"/>
                <a:ea typeface="Arial"/>
                <a:cs typeface="Arial"/>
              </a:defRPr>
            </a:lvl9pPr>
          </a:lstStyle>
          <a:p xmlns:a="http://schemas.openxmlformats.org/drawingml/2006/main">
            <a:pPr algn="l">
              <a:defRPr sz="1425" b="0">
                <a:solidFill>
                  <a:srgbClr val="6A6B7E"/>
                </a:solidFill>
                <a:latin typeface="Arial"/>
                <a:ea typeface="Arial"/>
                <a:cs typeface="Arial"/>
              </a:defRPr>
            </a:pPr>
            <a:r>
              <a:rPr sz="1425" b="0">
                <a:solidFill>
                  <a:srgbClr val="6A6B7E"/>
                </a:solidFill>
                <a:latin typeface="Arial"/>
                <a:ea typeface="Arial"/>
                <a:cs typeface="Arial"/>
              </a:rPr>
              <a:t>Confirm the run; finish provider submission as needed.</a:t>
            </a:r>
          </a:p>
        </p:txBody>
      </p:sp>
      <p:sp>
        <p:nvSpPr>
          <p:cNvPr id="23" name="">
            <a:extLst xmlns:a="http://schemas.openxmlformats.org/drawingml/2006/main">
              <a:ext uri="{FF2B5EF4-FFF2-40B4-BE49-F238E27FC236}">
                <a16:creationId xmlns:a16="http://schemas.microsoft.com/office/drawing/2014/main" id="{1540DD8B-9CAC-4F2A-9194-6D519B4932EF}"/>
              </a:ext>
            </a:extLst>
          </p:cNvPr>
          <p:cNvSpPr>
            <a:spLocks xmlns:a="http://schemas.openxmlformats.org/drawingml/2006/main" noGrp="1"/>
          </p:cNvSpPr>
          <p:nvPr/>
        </p:nvSpPr>
        <p:spPr>
          <a:xfrm xmlns:a="http://schemas.openxmlformats.org/drawingml/2006/main">
            <a:off x="742950" y="5391150"/>
            <a:ext cx="10668000" cy="9525"/>
          </a:xfrm>
          <a:prstGeom xmlns:a="http://schemas.openxmlformats.org/drawingml/2006/main" prst="rect">
            <a:avLst/>
          </a:prstGeom>
          <a:solidFill xmlns:a="http://schemas.openxmlformats.org/drawingml/2006/main">
            <a:srgbClr val="D8D6D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57C74E2-76FB-41A9-BF44-97E1E46339BA}"/>
              </a:ext>
            </a:extLst>
          </p:cNvPr>
          <p:cNvSpPr>
            <a:spLocks xmlns:a="http://schemas.openxmlformats.org/drawingml/2006/main" noGrp="1"/>
          </p:cNvSpPr>
          <p:nvPr/>
        </p:nvSpPr>
        <p:spPr>
          <a:xfrm xmlns:a="http://schemas.openxmlformats.org/drawingml/2006/main">
            <a:off x="762000" y="562927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182A"/>
                </a:solidFill>
                <a:latin typeface="Arial"/>
                <a:ea typeface="Arial"/>
                <a:cs typeface="Arial"/>
              </a:defRPr>
            </a:defPPr>
            <a:lvl1pPr algn="l">
              <a:defRPr sz="1425" b="1">
                <a:solidFill>
                  <a:srgbClr val="17182A"/>
                </a:solidFill>
                <a:latin typeface="Arial"/>
                <a:ea typeface="Arial"/>
                <a:cs typeface="Arial"/>
              </a:defRPr>
            </a:lvl1pPr>
            <a:lvl2pPr algn="l">
              <a:defRPr sz="1425" b="1">
                <a:solidFill>
                  <a:srgbClr val="17182A"/>
                </a:solidFill>
                <a:latin typeface="Arial"/>
                <a:ea typeface="Arial"/>
                <a:cs typeface="Arial"/>
              </a:defRPr>
            </a:lvl2pPr>
            <a:lvl3pPr algn="l">
              <a:defRPr sz="1425" b="1">
                <a:solidFill>
                  <a:srgbClr val="17182A"/>
                </a:solidFill>
                <a:latin typeface="Arial"/>
                <a:ea typeface="Arial"/>
                <a:cs typeface="Arial"/>
              </a:defRPr>
            </a:lvl3pPr>
            <a:lvl4pPr algn="l">
              <a:defRPr sz="1425" b="1">
                <a:solidFill>
                  <a:srgbClr val="17182A"/>
                </a:solidFill>
                <a:latin typeface="Arial"/>
                <a:ea typeface="Arial"/>
                <a:cs typeface="Arial"/>
              </a:defRPr>
            </a:lvl4pPr>
            <a:lvl5pPr algn="l">
              <a:defRPr sz="1425" b="1">
                <a:solidFill>
                  <a:srgbClr val="17182A"/>
                </a:solidFill>
                <a:latin typeface="Arial"/>
                <a:ea typeface="Arial"/>
                <a:cs typeface="Arial"/>
              </a:defRPr>
            </a:lvl5pPr>
            <a:lvl6pPr algn="l">
              <a:defRPr sz="1425" b="1">
                <a:solidFill>
                  <a:srgbClr val="17182A"/>
                </a:solidFill>
                <a:latin typeface="Arial"/>
                <a:ea typeface="Arial"/>
                <a:cs typeface="Arial"/>
              </a:defRPr>
            </a:lvl6pPr>
            <a:lvl7pPr algn="l">
              <a:defRPr sz="1425" b="1">
                <a:solidFill>
                  <a:srgbClr val="17182A"/>
                </a:solidFill>
                <a:latin typeface="Arial"/>
                <a:ea typeface="Arial"/>
                <a:cs typeface="Arial"/>
              </a:defRPr>
            </a:lvl7pPr>
            <a:lvl8pPr algn="l">
              <a:defRPr sz="1425" b="1">
                <a:solidFill>
                  <a:srgbClr val="17182A"/>
                </a:solidFill>
                <a:latin typeface="Arial"/>
                <a:ea typeface="Arial"/>
                <a:cs typeface="Arial"/>
              </a:defRPr>
            </a:lvl8pPr>
            <a:lvl9pPr algn="l">
              <a:defRPr sz="1425" b="1">
                <a:solidFill>
                  <a:srgbClr val="17182A"/>
                </a:solidFill>
                <a:latin typeface="Arial"/>
                <a:ea typeface="Arial"/>
                <a:cs typeface="Arial"/>
              </a:defRPr>
            </a:lvl9pPr>
          </a:lstStyle>
          <a:p xmlns:a="http://schemas.openxmlformats.org/drawingml/2006/main">
            <a:pPr algn="l">
              <a:defRPr sz="1425" b="1">
                <a:solidFill>
                  <a:srgbClr val="17182A"/>
                </a:solidFill>
                <a:latin typeface="Arial"/>
                <a:ea typeface="Arial"/>
                <a:cs typeface="Arial"/>
              </a:defRPr>
            </a:pPr>
            <a:r>
              <a:rPr sz="1425" b="1">
                <a:solidFill>
                  <a:srgbClr val="17182A"/>
                </a:solidFill>
                <a:latin typeface="Arial"/>
                <a:ea typeface="Arial"/>
                <a:cs typeface="Arial"/>
              </a:rPr>
              <a:t>No passwords or MFA codes are used in application runs.</a:t>
            </a:r>
          </a:p>
        </p:txBody>
      </p:sp>
      <p:sp>
        <p:nvSpPr>
          <p:cNvPr id="25" name="">
            <a:extLst xmlns:a="http://schemas.openxmlformats.org/drawingml/2006/main">
              <a:ext uri="{FF2B5EF4-FFF2-40B4-BE49-F238E27FC236}">
                <a16:creationId xmlns:a16="http://schemas.microsoft.com/office/drawing/2014/main" id="{9C422E2D-F54F-499A-A9AC-06C1E3C278A5}"/>
              </a:ext>
            </a:extLst>
          </p:cNvPr>
          <p:cNvSpPr>
            <a:spLocks xmlns:a="http://schemas.openxmlformats.org/drawingml/2006/main" noGrp="1"/>
          </p:cNvSpPr>
          <p:nvPr/>
        </p:nvSpPr>
        <p:spPr>
          <a:xfrm xmlns:a="http://schemas.openxmlformats.org/drawingml/2006/main">
            <a:off x="609600" y="64579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6A6B7E"/>
                </a:solidFill>
                <a:latin typeface="Arial"/>
                <a:ea typeface="Arial"/>
                <a:cs typeface="Arial"/>
              </a:defRPr>
            </a:defPPr>
            <a:lvl1pPr algn="l">
              <a:defRPr sz="900" b="1">
                <a:solidFill>
                  <a:srgbClr val="6A6B7E"/>
                </a:solidFill>
                <a:latin typeface="Arial"/>
                <a:ea typeface="Arial"/>
                <a:cs typeface="Arial"/>
              </a:defRPr>
            </a:lvl1pPr>
            <a:lvl2pPr algn="l">
              <a:defRPr sz="900" b="1">
                <a:solidFill>
                  <a:srgbClr val="6A6B7E"/>
                </a:solidFill>
                <a:latin typeface="Arial"/>
                <a:ea typeface="Arial"/>
                <a:cs typeface="Arial"/>
              </a:defRPr>
            </a:lvl2pPr>
            <a:lvl3pPr algn="l">
              <a:defRPr sz="900" b="1">
                <a:solidFill>
                  <a:srgbClr val="6A6B7E"/>
                </a:solidFill>
                <a:latin typeface="Arial"/>
                <a:ea typeface="Arial"/>
                <a:cs typeface="Arial"/>
              </a:defRPr>
            </a:lvl3pPr>
            <a:lvl4pPr algn="l">
              <a:defRPr sz="900" b="1">
                <a:solidFill>
                  <a:srgbClr val="6A6B7E"/>
                </a:solidFill>
                <a:latin typeface="Arial"/>
                <a:ea typeface="Arial"/>
                <a:cs typeface="Arial"/>
              </a:defRPr>
            </a:lvl4pPr>
            <a:lvl5pPr algn="l">
              <a:defRPr sz="900" b="1">
                <a:solidFill>
                  <a:srgbClr val="6A6B7E"/>
                </a:solidFill>
                <a:latin typeface="Arial"/>
                <a:ea typeface="Arial"/>
                <a:cs typeface="Arial"/>
              </a:defRPr>
            </a:lvl5pPr>
            <a:lvl6pPr algn="l">
              <a:defRPr sz="900" b="1">
                <a:solidFill>
                  <a:srgbClr val="6A6B7E"/>
                </a:solidFill>
                <a:latin typeface="Arial"/>
                <a:ea typeface="Arial"/>
                <a:cs typeface="Arial"/>
              </a:defRPr>
            </a:lvl6pPr>
            <a:lvl7pPr algn="l">
              <a:defRPr sz="900" b="1">
                <a:solidFill>
                  <a:srgbClr val="6A6B7E"/>
                </a:solidFill>
                <a:latin typeface="Arial"/>
                <a:ea typeface="Arial"/>
                <a:cs typeface="Arial"/>
              </a:defRPr>
            </a:lvl7pPr>
            <a:lvl8pPr algn="l">
              <a:defRPr sz="900" b="1">
                <a:solidFill>
                  <a:srgbClr val="6A6B7E"/>
                </a:solidFill>
                <a:latin typeface="Arial"/>
                <a:ea typeface="Arial"/>
                <a:cs typeface="Arial"/>
              </a:defRPr>
            </a:lvl8pPr>
            <a:lvl9pPr algn="l">
              <a:defRPr sz="900" b="1">
                <a:solidFill>
                  <a:srgbClr val="6A6B7E"/>
                </a:solidFill>
                <a:latin typeface="Arial"/>
                <a:ea typeface="Arial"/>
                <a:cs typeface="Arial"/>
              </a:defRPr>
            </a:lvl9pPr>
          </a:lstStyle>
          <a:p xmlns:a="http://schemas.openxmlformats.org/drawingml/2006/main">
            <a:pPr algn="l">
              <a:defRPr sz="900" b="1">
                <a:solidFill>
                  <a:srgbClr val="6A6B7E"/>
                </a:solidFill>
                <a:latin typeface="Arial"/>
                <a:ea typeface="Arial"/>
                <a:cs typeface="Arial"/>
              </a:defRPr>
            </a:pPr>
            <a:r>
              <a:rPr sz="900" b="1">
                <a:solidFill>
                  <a:srgbClr val="6A6B7E"/>
                </a:solidFill>
                <a:latin typeface="Arial"/>
                <a:ea typeface="Arial"/>
                <a:cs typeface="Arial"/>
              </a:rPr>
              <a:t>AUTOGRANT  /  PROJECT OVERVIEW</a:t>
            </a:r>
          </a:p>
        </p:txBody>
      </p:sp>
      <p:sp>
        <p:nvSpPr>
          <p:cNvPr id="26" name="">
            <a:extLst xmlns:a="http://schemas.openxmlformats.org/drawingml/2006/main">
              <a:ext uri="{FF2B5EF4-FFF2-40B4-BE49-F238E27FC236}">
                <a16:creationId xmlns:a16="http://schemas.microsoft.com/office/drawing/2014/main" id="{A0522632-973E-4C4E-81C5-302A429F8A4D}"/>
              </a:ext>
            </a:extLst>
          </p:cNvPr>
          <p:cNvSpPr>
            <a:spLocks xmlns:a="http://schemas.openxmlformats.org/drawingml/2006/main" noGrp="1"/>
          </p:cNvSpPr>
          <p:nvPr/>
        </p:nvSpPr>
        <p:spPr>
          <a:xfrm xmlns:a="http://schemas.openxmlformats.org/drawingml/2006/main">
            <a:off x="11334750" y="64389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6A6B7E"/>
                </a:solidFill>
                <a:latin typeface="Arial"/>
                <a:ea typeface="Arial"/>
                <a:cs typeface="Arial"/>
              </a:defRPr>
            </a:defPPr>
            <a:lvl1pPr algn="r">
              <a:defRPr sz="900" b="1">
                <a:solidFill>
                  <a:srgbClr val="6A6B7E"/>
                </a:solidFill>
                <a:latin typeface="Arial"/>
                <a:ea typeface="Arial"/>
                <a:cs typeface="Arial"/>
              </a:defRPr>
            </a:lvl1pPr>
            <a:lvl2pPr algn="r">
              <a:defRPr sz="900" b="1">
                <a:solidFill>
                  <a:srgbClr val="6A6B7E"/>
                </a:solidFill>
                <a:latin typeface="Arial"/>
                <a:ea typeface="Arial"/>
                <a:cs typeface="Arial"/>
              </a:defRPr>
            </a:lvl2pPr>
            <a:lvl3pPr algn="r">
              <a:defRPr sz="900" b="1">
                <a:solidFill>
                  <a:srgbClr val="6A6B7E"/>
                </a:solidFill>
                <a:latin typeface="Arial"/>
                <a:ea typeface="Arial"/>
                <a:cs typeface="Arial"/>
              </a:defRPr>
            </a:lvl3pPr>
            <a:lvl4pPr algn="r">
              <a:defRPr sz="900" b="1">
                <a:solidFill>
                  <a:srgbClr val="6A6B7E"/>
                </a:solidFill>
                <a:latin typeface="Arial"/>
                <a:ea typeface="Arial"/>
                <a:cs typeface="Arial"/>
              </a:defRPr>
            </a:lvl4pPr>
            <a:lvl5pPr algn="r">
              <a:defRPr sz="900" b="1">
                <a:solidFill>
                  <a:srgbClr val="6A6B7E"/>
                </a:solidFill>
                <a:latin typeface="Arial"/>
                <a:ea typeface="Arial"/>
                <a:cs typeface="Arial"/>
              </a:defRPr>
            </a:lvl5pPr>
            <a:lvl6pPr algn="r">
              <a:defRPr sz="900" b="1">
                <a:solidFill>
                  <a:srgbClr val="6A6B7E"/>
                </a:solidFill>
                <a:latin typeface="Arial"/>
                <a:ea typeface="Arial"/>
                <a:cs typeface="Arial"/>
              </a:defRPr>
            </a:lvl6pPr>
            <a:lvl7pPr algn="r">
              <a:defRPr sz="900" b="1">
                <a:solidFill>
                  <a:srgbClr val="6A6B7E"/>
                </a:solidFill>
                <a:latin typeface="Arial"/>
                <a:ea typeface="Arial"/>
                <a:cs typeface="Arial"/>
              </a:defRPr>
            </a:lvl7pPr>
            <a:lvl8pPr algn="r">
              <a:defRPr sz="900" b="1">
                <a:solidFill>
                  <a:srgbClr val="6A6B7E"/>
                </a:solidFill>
                <a:latin typeface="Arial"/>
                <a:ea typeface="Arial"/>
                <a:cs typeface="Arial"/>
              </a:defRPr>
            </a:lvl8pPr>
            <a:lvl9pPr algn="r">
              <a:defRPr sz="900" b="1">
                <a:solidFill>
                  <a:srgbClr val="6A6B7E"/>
                </a:solidFill>
                <a:latin typeface="Arial"/>
                <a:ea typeface="Arial"/>
                <a:cs typeface="Arial"/>
              </a:defRPr>
            </a:lvl9pPr>
          </a:lstStyle>
          <a:p xmlns:a="http://schemas.openxmlformats.org/drawingml/2006/main">
            <a:pPr algn="r">
              <a:defRPr sz="900" b="1">
                <a:solidFill>
                  <a:srgbClr val="6A6B7E"/>
                </a:solidFill>
                <a:latin typeface="Arial"/>
                <a:ea typeface="Arial"/>
                <a:cs typeface="Arial"/>
              </a:defRPr>
            </a:pPr>
            <a:r>
              <a:rPr sz="900" b="1">
                <a:solidFill>
                  <a:srgbClr val="6A6B7E"/>
                </a:solidFill>
                <a:latin typeface="Arial"/>
                <a:ea typeface="Arial"/>
                <a:cs typeface="Arial"/>
              </a:rPr>
              <a:t>04</a:t>
            </a:r>
          </a:p>
        </p:txBody>
      </p:sp>
    </p:spTree>
    <p:extLst>
      <p:ext uri="{BB962C8B-B14F-4D97-AF65-F5344CB8AC3E}">
        <p14:creationId xmlns:p14="http://schemas.microsoft.com/office/powerpoint/2010/main" val="1218406383"/>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CC61976-1CB5-4365-907B-CCCB65EB7007}"/>
              </a:ext>
            </a:extLst>
          </p:cNvPr>
          <p:cNvSpPr>
            <a:spLocks xmlns:a="http://schemas.openxmlformats.org/drawingml/2006/main" noGrp="1"/>
          </p:cNvSpPr>
          <p:nvPr/>
        </p:nvSpPr>
        <p:spPr>
          <a:xfrm xmlns:a="http://schemas.openxmlformats.org/drawingml/2006/main">
            <a:off x="685800" y="400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554E8"/>
                </a:solidFill>
                <a:latin typeface="Arial"/>
                <a:ea typeface="Arial"/>
                <a:cs typeface="Arial"/>
              </a:defRPr>
            </a:defPPr>
            <a:lvl1pPr algn="l">
              <a:defRPr sz="975" b="1">
                <a:solidFill>
                  <a:srgbClr val="6554E8"/>
                </a:solidFill>
                <a:latin typeface="Arial"/>
                <a:ea typeface="Arial"/>
                <a:cs typeface="Arial"/>
              </a:defRPr>
            </a:lvl1pPr>
            <a:lvl2pPr algn="l">
              <a:defRPr sz="975" b="1">
                <a:solidFill>
                  <a:srgbClr val="6554E8"/>
                </a:solidFill>
                <a:latin typeface="Arial"/>
                <a:ea typeface="Arial"/>
                <a:cs typeface="Arial"/>
              </a:defRPr>
            </a:lvl2pPr>
            <a:lvl3pPr algn="l">
              <a:defRPr sz="975" b="1">
                <a:solidFill>
                  <a:srgbClr val="6554E8"/>
                </a:solidFill>
                <a:latin typeface="Arial"/>
                <a:ea typeface="Arial"/>
                <a:cs typeface="Arial"/>
              </a:defRPr>
            </a:lvl3pPr>
            <a:lvl4pPr algn="l">
              <a:defRPr sz="975" b="1">
                <a:solidFill>
                  <a:srgbClr val="6554E8"/>
                </a:solidFill>
                <a:latin typeface="Arial"/>
                <a:ea typeface="Arial"/>
                <a:cs typeface="Arial"/>
              </a:defRPr>
            </a:lvl4pPr>
            <a:lvl5pPr algn="l">
              <a:defRPr sz="975" b="1">
                <a:solidFill>
                  <a:srgbClr val="6554E8"/>
                </a:solidFill>
                <a:latin typeface="Arial"/>
                <a:ea typeface="Arial"/>
                <a:cs typeface="Arial"/>
              </a:defRPr>
            </a:lvl5pPr>
            <a:lvl6pPr algn="l">
              <a:defRPr sz="975" b="1">
                <a:solidFill>
                  <a:srgbClr val="6554E8"/>
                </a:solidFill>
                <a:latin typeface="Arial"/>
                <a:ea typeface="Arial"/>
                <a:cs typeface="Arial"/>
              </a:defRPr>
            </a:lvl6pPr>
            <a:lvl7pPr algn="l">
              <a:defRPr sz="975" b="1">
                <a:solidFill>
                  <a:srgbClr val="6554E8"/>
                </a:solidFill>
                <a:latin typeface="Arial"/>
                <a:ea typeface="Arial"/>
                <a:cs typeface="Arial"/>
              </a:defRPr>
            </a:lvl7pPr>
            <a:lvl8pPr algn="l">
              <a:defRPr sz="975" b="1">
                <a:solidFill>
                  <a:srgbClr val="6554E8"/>
                </a:solidFill>
                <a:latin typeface="Arial"/>
                <a:ea typeface="Arial"/>
                <a:cs typeface="Arial"/>
              </a:defRPr>
            </a:lvl8pPr>
            <a:lvl9pPr algn="l">
              <a:defRPr sz="975" b="1">
                <a:solidFill>
                  <a:srgbClr val="6554E8"/>
                </a:solidFill>
                <a:latin typeface="Arial"/>
                <a:ea typeface="Arial"/>
                <a:cs typeface="Arial"/>
              </a:defRPr>
            </a:lvl9pPr>
          </a:lstStyle>
          <a:p xmlns:a="http://schemas.openxmlformats.org/drawingml/2006/main">
            <a:pPr algn="l">
              <a:defRPr sz="975" b="1">
                <a:solidFill>
                  <a:srgbClr val="6554E8"/>
                </a:solidFill>
                <a:latin typeface="Arial"/>
                <a:ea typeface="Arial"/>
                <a:cs typeface="Arial"/>
              </a:defRPr>
            </a:pPr>
            <a:r>
              <a:rPr sz="975" b="1">
                <a:solidFill>
                  <a:srgbClr val="6554E8"/>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E68AFD35-E87E-479A-91B4-503177DA9007}"/>
              </a:ext>
            </a:extLst>
          </p:cNvPr>
          <p:cNvSpPr>
            <a:spLocks xmlns:a="http://schemas.openxmlformats.org/drawingml/2006/main" noGrp="1"/>
          </p:cNvSpPr>
          <p:nvPr/>
        </p:nvSpPr>
        <p:spPr>
          <a:xfrm xmlns:a="http://schemas.openxmlformats.org/drawingml/2006/main">
            <a:off x="685800" y="78105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7182A"/>
                </a:solidFill>
                <a:latin typeface="Arial"/>
                <a:ea typeface="Arial"/>
                <a:cs typeface="Arial"/>
              </a:defRPr>
            </a:defPPr>
            <a:lvl1pPr algn="l">
              <a:defRPr sz="3150" b="1">
                <a:solidFill>
                  <a:srgbClr val="17182A"/>
                </a:solidFill>
                <a:latin typeface="Arial"/>
                <a:ea typeface="Arial"/>
                <a:cs typeface="Arial"/>
              </a:defRPr>
            </a:lvl1pPr>
            <a:lvl2pPr algn="l">
              <a:defRPr sz="3150" b="1">
                <a:solidFill>
                  <a:srgbClr val="17182A"/>
                </a:solidFill>
                <a:latin typeface="Arial"/>
                <a:ea typeface="Arial"/>
                <a:cs typeface="Arial"/>
              </a:defRPr>
            </a:lvl2pPr>
            <a:lvl3pPr algn="l">
              <a:defRPr sz="3150" b="1">
                <a:solidFill>
                  <a:srgbClr val="17182A"/>
                </a:solidFill>
                <a:latin typeface="Arial"/>
                <a:ea typeface="Arial"/>
                <a:cs typeface="Arial"/>
              </a:defRPr>
            </a:lvl3pPr>
            <a:lvl4pPr algn="l">
              <a:defRPr sz="3150" b="1">
                <a:solidFill>
                  <a:srgbClr val="17182A"/>
                </a:solidFill>
                <a:latin typeface="Arial"/>
                <a:ea typeface="Arial"/>
                <a:cs typeface="Arial"/>
              </a:defRPr>
            </a:lvl4pPr>
            <a:lvl5pPr algn="l">
              <a:defRPr sz="3150" b="1">
                <a:solidFill>
                  <a:srgbClr val="17182A"/>
                </a:solidFill>
                <a:latin typeface="Arial"/>
                <a:ea typeface="Arial"/>
                <a:cs typeface="Arial"/>
              </a:defRPr>
            </a:lvl5pPr>
            <a:lvl6pPr algn="l">
              <a:defRPr sz="3150" b="1">
                <a:solidFill>
                  <a:srgbClr val="17182A"/>
                </a:solidFill>
                <a:latin typeface="Arial"/>
                <a:ea typeface="Arial"/>
                <a:cs typeface="Arial"/>
              </a:defRPr>
            </a:lvl6pPr>
            <a:lvl7pPr algn="l">
              <a:defRPr sz="3150" b="1">
                <a:solidFill>
                  <a:srgbClr val="17182A"/>
                </a:solidFill>
                <a:latin typeface="Arial"/>
                <a:ea typeface="Arial"/>
                <a:cs typeface="Arial"/>
              </a:defRPr>
            </a:lvl7pPr>
            <a:lvl8pPr algn="l">
              <a:defRPr sz="3150" b="1">
                <a:solidFill>
                  <a:srgbClr val="17182A"/>
                </a:solidFill>
                <a:latin typeface="Arial"/>
                <a:ea typeface="Arial"/>
                <a:cs typeface="Arial"/>
              </a:defRPr>
            </a:lvl8pPr>
            <a:lvl9pPr algn="l">
              <a:defRPr sz="3150" b="1">
                <a:solidFill>
                  <a:srgbClr val="17182A"/>
                </a:solidFill>
                <a:latin typeface="Arial"/>
                <a:ea typeface="Arial"/>
                <a:cs typeface="Arial"/>
              </a:defRPr>
            </a:lvl9pPr>
          </a:lstStyle>
          <a:p xmlns:a="http://schemas.openxmlformats.org/drawingml/2006/main">
            <a:pPr algn="l">
              <a:defRPr sz="3150" b="1">
                <a:solidFill>
                  <a:srgbClr val="17182A"/>
                </a:solidFill>
                <a:latin typeface="Arial"/>
                <a:ea typeface="Arial"/>
                <a:cs typeface="Arial"/>
              </a:defRPr>
            </a:pPr>
            <a:r>
              <a:rPr sz="3150" b="1">
                <a:solidFill>
                  <a:srgbClr val="17182A"/>
                </a:solidFill>
                <a:latin typeface="Arial"/>
                <a:ea typeface="Arial"/>
                <a:cs typeface="Arial"/>
              </a:rPr>
              <a:t>A web app, an API service and managed data</a:t>
            </a:r>
          </a:p>
        </p:txBody>
      </p:sp>
      <p:sp>
        <p:nvSpPr>
          <p:cNvPr id="3" name="">
            <a:extLst xmlns:a="http://schemas.openxmlformats.org/drawingml/2006/main">
              <a:ext uri="{FF2B5EF4-FFF2-40B4-BE49-F238E27FC236}">
                <a16:creationId xmlns:a16="http://schemas.microsoft.com/office/drawing/2014/main" id="{DF4591FF-1C45-46A2-8AD4-D23DCC21AFA4}"/>
              </a:ext>
            </a:extLst>
          </p:cNvPr>
          <p:cNvSpPr>
            <a:spLocks xmlns:a="http://schemas.openxmlformats.org/drawingml/2006/main" noGrp="1"/>
          </p:cNvSpPr>
          <p:nvPr/>
        </p:nvSpPr>
        <p:spPr>
          <a:xfrm xmlns:a="http://schemas.openxmlformats.org/drawingml/2006/main">
            <a:off x="704850" y="15049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A6B7E"/>
                </a:solidFill>
                <a:latin typeface="Arial"/>
                <a:ea typeface="Arial"/>
                <a:cs typeface="Arial"/>
              </a:defRPr>
            </a:defPPr>
            <a:lvl1pPr algn="l">
              <a:defRPr sz="1575" b="0">
                <a:solidFill>
                  <a:srgbClr val="6A6B7E"/>
                </a:solidFill>
                <a:latin typeface="Arial"/>
                <a:ea typeface="Arial"/>
                <a:cs typeface="Arial"/>
              </a:defRPr>
            </a:lvl1pPr>
            <a:lvl2pPr algn="l">
              <a:defRPr sz="1575" b="0">
                <a:solidFill>
                  <a:srgbClr val="6A6B7E"/>
                </a:solidFill>
                <a:latin typeface="Arial"/>
                <a:ea typeface="Arial"/>
                <a:cs typeface="Arial"/>
              </a:defRPr>
            </a:lvl2pPr>
            <a:lvl3pPr algn="l">
              <a:defRPr sz="1575" b="0">
                <a:solidFill>
                  <a:srgbClr val="6A6B7E"/>
                </a:solidFill>
                <a:latin typeface="Arial"/>
                <a:ea typeface="Arial"/>
                <a:cs typeface="Arial"/>
              </a:defRPr>
            </a:lvl3pPr>
            <a:lvl4pPr algn="l">
              <a:defRPr sz="1575" b="0">
                <a:solidFill>
                  <a:srgbClr val="6A6B7E"/>
                </a:solidFill>
                <a:latin typeface="Arial"/>
                <a:ea typeface="Arial"/>
                <a:cs typeface="Arial"/>
              </a:defRPr>
            </a:lvl4pPr>
            <a:lvl5pPr algn="l">
              <a:defRPr sz="1575" b="0">
                <a:solidFill>
                  <a:srgbClr val="6A6B7E"/>
                </a:solidFill>
                <a:latin typeface="Arial"/>
                <a:ea typeface="Arial"/>
                <a:cs typeface="Arial"/>
              </a:defRPr>
            </a:lvl5pPr>
            <a:lvl6pPr algn="l">
              <a:defRPr sz="1575" b="0">
                <a:solidFill>
                  <a:srgbClr val="6A6B7E"/>
                </a:solidFill>
                <a:latin typeface="Arial"/>
                <a:ea typeface="Arial"/>
                <a:cs typeface="Arial"/>
              </a:defRPr>
            </a:lvl6pPr>
            <a:lvl7pPr algn="l">
              <a:defRPr sz="1575" b="0">
                <a:solidFill>
                  <a:srgbClr val="6A6B7E"/>
                </a:solidFill>
                <a:latin typeface="Arial"/>
                <a:ea typeface="Arial"/>
                <a:cs typeface="Arial"/>
              </a:defRPr>
            </a:lvl7pPr>
            <a:lvl8pPr algn="l">
              <a:defRPr sz="1575" b="0">
                <a:solidFill>
                  <a:srgbClr val="6A6B7E"/>
                </a:solidFill>
                <a:latin typeface="Arial"/>
                <a:ea typeface="Arial"/>
                <a:cs typeface="Arial"/>
              </a:defRPr>
            </a:lvl8pPr>
            <a:lvl9pPr algn="l">
              <a:defRPr sz="1575" b="0">
                <a:solidFill>
                  <a:srgbClr val="6A6B7E"/>
                </a:solidFill>
                <a:latin typeface="Arial"/>
                <a:ea typeface="Arial"/>
                <a:cs typeface="Arial"/>
              </a:defRPr>
            </a:lvl9pPr>
          </a:lstStyle>
          <a:p xmlns:a="http://schemas.openxmlformats.org/drawingml/2006/main">
            <a:pPr algn="l">
              <a:defRPr sz="1575" b="0">
                <a:solidFill>
                  <a:srgbClr val="6A6B7E"/>
                </a:solidFill>
                <a:latin typeface="Arial"/>
                <a:ea typeface="Arial"/>
                <a:cs typeface="Arial"/>
              </a:defRPr>
            </a:pPr>
            <a:r>
              <a:rPr sz="1575" b="0">
                <a:solidFill>
                  <a:srgbClr val="6A6B7E"/>
                </a:solidFill>
                <a:latin typeface="Arial"/>
                <a:ea typeface="Arial"/>
                <a:cs typeface="Arial"/>
              </a:rPr>
              <a:t>The browser never receives the server-side provider credentials.</a:t>
            </a:r>
          </a:p>
        </p:txBody>
      </p:sp>
      <p:sp>
        <p:nvSpPr>
          <p:cNvPr id="4" name="">
            <a:extLst xmlns:a="http://schemas.openxmlformats.org/drawingml/2006/main">
              <a:ext uri="{FF2B5EF4-FFF2-40B4-BE49-F238E27FC236}">
                <a16:creationId xmlns:a16="http://schemas.microsoft.com/office/drawing/2014/main" id="{09B1AFAF-2D10-46EE-953F-113FDC112E4B}"/>
              </a:ext>
            </a:extLst>
          </p:cNvPr>
          <p:cNvSpPr>
            <a:spLocks xmlns:a="http://schemas.openxmlformats.org/drawingml/2006/main" noGrp="1"/>
          </p:cNvSpPr>
          <p:nvPr/>
        </p:nvSpPr>
        <p:spPr>
          <a:xfrm xmlns:a="http://schemas.openxmlformats.org/drawingml/2006/main">
            <a:off x="647700" y="2571750"/>
            <a:ext cx="1905000" cy="1390650"/>
          </a:xfrm>
          <a:prstGeom xmlns:a="http://schemas.openxmlformats.org/drawingml/2006/main" prst="roundRect">
            <a:avLst>
              <a:gd name="adj" fmla="val 9589"/>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2F5CC28-5E95-4C7D-A7FC-A77C0D2AE700}"/>
              </a:ext>
            </a:extLst>
          </p:cNvPr>
          <p:cNvSpPr>
            <a:spLocks xmlns:a="http://schemas.openxmlformats.org/drawingml/2006/main" noGrp="1"/>
          </p:cNvSpPr>
          <p:nvPr/>
        </p:nvSpPr>
        <p:spPr>
          <a:xfrm xmlns:a="http://schemas.openxmlformats.org/drawingml/2006/main">
            <a:off x="838200" y="28003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182A"/>
                </a:solidFill>
                <a:latin typeface="Arial"/>
                <a:ea typeface="Arial"/>
                <a:cs typeface="Arial"/>
              </a:defRPr>
            </a:defPPr>
            <a:lvl1pPr algn="l">
              <a:defRPr sz="1875" b="1">
                <a:solidFill>
                  <a:srgbClr val="17182A"/>
                </a:solidFill>
                <a:latin typeface="Arial"/>
                <a:ea typeface="Arial"/>
                <a:cs typeface="Arial"/>
              </a:defRPr>
            </a:lvl1pPr>
            <a:lvl2pPr algn="l">
              <a:defRPr sz="1875" b="1">
                <a:solidFill>
                  <a:srgbClr val="17182A"/>
                </a:solidFill>
                <a:latin typeface="Arial"/>
                <a:ea typeface="Arial"/>
                <a:cs typeface="Arial"/>
              </a:defRPr>
            </a:lvl2pPr>
            <a:lvl3pPr algn="l">
              <a:defRPr sz="1875" b="1">
                <a:solidFill>
                  <a:srgbClr val="17182A"/>
                </a:solidFill>
                <a:latin typeface="Arial"/>
                <a:ea typeface="Arial"/>
                <a:cs typeface="Arial"/>
              </a:defRPr>
            </a:lvl3pPr>
            <a:lvl4pPr algn="l">
              <a:defRPr sz="1875" b="1">
                <a:solidFill>
                  <a:srgbClr val="17182A"/>
                </a:solidFill>
                <a:latin typeface="Arial"/>
                <a:ea typeface="Arial"/>
                <a:cs typeface="Arial"/>
              </a:defRPr>
            </a:lvl4pPr>
            <a:lvl5pPr algn="l">
              <a:defRPr sz="1875" b="1">
                <a:solidFill>
                  <a:srgbClr val="17182A"/>
                </a:solidFill>
                <a:latin typeface="Arial"/>
                <a:ea typeface="Arial"/>
                <a:cs typeface="Arial"/>
              </a:defRPr>
            </a:lvl5pPr>
            <a:lvl6pPr algn="l">
              <a:defRPr sz="1875" b="1">
                <a:solidFill>
                  <a:srgbClr val="17182A"/>
                </a:solidFill>
                <a:latin typeface="Arial"/>
                <a:ea typeface="Arial"/>
                <a:cs typeface="Arial"/>
              </a:defRPr>
            </a:lvl6pPr>
            <a:lvl7pPr algn="l">
              <a:defRPr sz="1875" b="1">
                <a:solidFill>
                  <a:srgbClr val="17182A"/>
                </a:solidFill>
                <a:latin typeface="Arial"/>
                <a:ea typeface="Arial"/>
                <a:cs typeface="Arial"/>
              </a:defRPr>
            </a:lvl7pPr>
            <a:lvl8pPr algn="l">
              <a:defRPr sz="1875" b="1">
                <a:solidFill>
                  <a:srgbClr val="17182A"/>
                </a:solidFill>
                <a:latin typeface="Arial"/>
                <a:ea typeface="Arial"/>
                <a:cs typeface="Arial"/>
              </a:defRPr>
            </a:lvl8pPr>
            <a:lvl9pPr algn="l">
              <a:defRPr sz="1875" b="1">
                <a:solidFill>
                  <a:srgbClr val="17182A"/>
                </a:solidFill>
                <a:latin typeface="Arial"/>
                <a:ea typeface="Arial"/>
                <a:cs typeface="Arial"/>
              </a:defRPr>
            </a:lvl9pPr>
          </a:lstStyle>
          <a:p xmlns:a="http://schemas.openxmlformats.org/drawingml/2006/main">
            <a:pPr algn="l">
              <a:defRPr sz="1875" b="1">
                <a:solidFill>
                  <a:srgbClr val="17182A"/>
                </a:solidFill>
                <a:latin typeface="Arial"/>
                <a:ea typeface="Arial"/>
                <a:cs typeface="Arial"/>
              </a:defRPr>
            </a:pPr>
            <a:r>
              <a:rPr sz="1875" b="1">
                <a:solidFill>
                  <a:srgbClr val="17182A"/>
                </a:solidFill>
                <a:latin typeface="Arial"/>
                <a:ea typeface="Arial"/>
                <a:cs typeface="Arial"/>
              </a:rPr>
              <a:t>Founder</a:t>
            </a:r>
          </a:p>
        </p:txBody>
      </p:sp>
      <p:sp>
        <p:nvSpPr>
          <p:cNvPr id="6" name="">
            <a:extLst xmlns:a="http://schemas.openxmlformats.org/drawingml/2006/main">
              <a:ext uri="{FF2B5EF4-FFF2-40B4-BE49-F238E27FC236}">
                <a16:creationId xmlns:a16="http://schemas.microsoft.com/office/drawing/2014/main" id="{95AA15F1-4A87-4647-B292-498C0930C31A}"/>
              </a:ext>
            </a:extLst>
          </p:cNvPr>
          <p:cNvSpPr>
            <a:spLocks xmlns:a="http://schemas.openxmlformats.org/drawingml/2006/main" noGrp="1"/>
          </p:cNvSpPr>
          <p:nvPr/>
        </p:nvSpPr>
        <p:spPr>
          <a:xfrm xmlns:a="http://schemas.openxmlformats.org/drawingml/2006/main">
            <a:off x="838200" y="3257550"/>
            <a:ext cx="1543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A6B7E"/>
                </a:solidFill>
                <a:latin typeface="Arial"/>
                <a:ea typeface="Arial"/>
                <a:cs typeface="Arial"/>
              </a:defRPr>
            </a:defPPr>
            <a:lvl1pPr algn="l">
              <a:defRPr sz="1200" b="0">
                <a:solidFill>
                  <a:srgbClr val="6A6B7E"/>
                </a:solidFill>
                <a:latin typeface="Arial"/>
                <a:ea typeface="Arial"/>
                <a:cs typeface="Arial"/>
              </a:defRPr>
            </a:lvl1pPr>
            <a:lvl2pPr algn="l">
              <a:defRPr sz="1200" b="0">
                <a:solidFill>
                  <a:srgbClr val="6A6B7E"/>
                </a:solidFill>
                <a:latin typeface="Arial"/>
                <a:ea typeface="Arial"/>
                <a:cs typeface="Arial"/>
              </a:defRPr>
            </a:lvl2pPr>
            <a:lvl3pPr algn="l">
              <a:defRPr sz="1200" b="0">
                <a:solidFill>
                  <a:srgbClr val="6A6B7E"/>
                </a:solidFill>
                <a:latin typeface="Arial"/>
                <a:ea typeface="Arial"/>
                <a:cs typeface="Arial"/>
              </a:defRPr>
            </a:lvl3pPr>
            <a:lvl4pPr algn="l">
              <a:defRPr sz="1200" b="0">
                <a:solidFill>
                  <a:srgbClr val="6A6B7E"/>
                </a:solidFill>
                <a:latin typeface="Arial"/>
                <a:ea typeface="Arial"/>
                <a:cs typeface="Arial"/>
              </a:defRPr>
            </a:lvl4pPr>
            <a:lvl5pPr algn="l">
              <a:defRPr sz="1200" b="0">
                <a:solidFill>
                  <a:srgbClr val="6A6B7E"/>
                </a:solidFill>
                <a:latin typeface="Arial"/>
                <a:ea typeface="Arial"/>
                <a:cs typeface="Arial"/>
              </a:defRPr>
            </a:lvl5pPr>
            <a:lvl6pPr algn="l">
              <a:defRPr sz="1200" b="0">
                <a:solidFill>
                  <a:srgbClr val="6A6B7E"/>
                </a:solidFill>
                <a:latin typeface="Arial"/>
                <a:ea typeface="Arial"/>
                <a:cs typeface="Arial"/>
              </a:defRPr>
            </a:lvl6pPr>
            <a:lvl7pPr algn="l">
              <a:defRPr sz="1200" b="0">
                <a:solidFill>
                  <a:srgbClr val="6A6B7E"/>
                </a:solidFill>
                <a:latin typeface="Arial"/>
                <a:ea typeface="Arial"/>
                <a:cs typeface="Arial"/>
              </a:defRPr>
            </a:lvl7pPr>
            <a:lvl8pPr algn="l">
              <a:defRPr sz="1200" b="0">
                <a:solidFill>
                  <a:srgbClr val="6A6B7E"/>
                </a:solidFill>
                <a:latin typeface="Arial"/>
                <a:ea typeface="Arial"/>
                <a:cs typeface="Arial"/>
              </a:defRPr>
            </a:lvl8pPr>
            <a:lvl9pPr algn="l">
              <a:defRPr sz="1200" b="0">
                <a:solidFill>
                  <a:srgbClr val="6A6B7E"/>
                </a:solidFill>
                <a:latin typeface="Arial"/>
                <a:ea typeface="Arial"/>
                <a:cs typeface="Arial"/>
              </a:defRPr>
            </a:lvl9pPr>
          </a:lstStyle>
          <a:p xmlns:a="http://schemas.openxmlformats.org/drawingml/2006/main">
            <a:pPr algn="l">
              <a:defRPr sz="1200" b="0">
                <a:solidFill>
                  <a:srgbClr val="6A6B7E"/>
                </a:solidFill>
                <a:latin typeface="Arial"/>
                <a:ea typeface="Arial"/>
                <a:cs typeface="Arial"/>
              </a:defRPr>
            </a:pPr>
            <a:r>
              <a:rPr sz="1200" b="0">
                <a:solidFill>
                  <a:srgbClr val="6A6B7E"/>
                </a:solidFill>
                <a:latin typeface="Arial"/>
                <a:ea typeface="Arial"/>
                <a:cs typeface="Arial"/>
              </a:rPr>
              <a:t>Profile · review · edit</a:t>
            </a:r>
          </a:p>
        </p:txBody>
      </p:sp>
      <p:sp>
        <p:nvSpPr>
          <p:cNvPr id="7" name="">
            <a:extLst xmlns:a="http://schemas.openxmlformats.org/drawingml/2006/main">
              <a:ext uri="{FF2B5EF4-FFF2-40B4-BE49-F238E27FC236}">
                <a16:creationId xmlns:a16="http://schemas.microsoft.com/office/drawing/2014/main" id="{912E076D-9126-4DCF-8F4C-233699EC84B5}"/>
              </a:ext>
            </a:extLst>
          </p:cNvPr>
          <p:cNvSpPr>
            <a:spLocks xmlns:a="http://schemas.openxmlformats.org/drawingml/2006/main" noGrp="1"/>
          </p:cNvSpPr>
          <p:nvPr/>
        </p:nvSpPr>
        <p:spPr>
          <a:xfrm xmlns:a="http://schemas.openxmlformats.org/drawingml/2006/main">
            <a:off x="2705100" y="3143250"/>
            <a:ext cx="323850" cy="190500"/>
          </a:xfrm>
          <a:prstGeom xmlns:a="http://schemas.openxmlformats.org/drawingml/2006/main" prst="rightArrow">
            <a:avLst/>
          </a:prstGeom>
          <a:solidFill xmlns:a="http://schemas.openxmlformats.org/drawingml/2006/main">
            <a:srgbClr val="6554E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8323349-639B-4C6A-B883-3CE8405CD5AE}"/>
              </a:ext>
            </a:extLst>
          </p:cNvPr>
          <p:cNvSpPr>
            <a:spLocks xmlns:a="http://schemas.openxmlformats.org/drawingml/2006/main" noGrp="1"/>
          </p:cNvSpPr>
          <p:nvPr/>
        </p:nvSpPr>
        <p:spPr>
          <a:xfrm xmlns:a="http://schemas.openxmlformats.org/drawingml/2006/main">
            <a:off x="3067050" y="2571750"/>
            <a:ext cx="2152650" cy="1390650"/>
          </a:xfrm>
          <a:prstGeom xmlns:a="http://schemas.openxmlformats.org/drawingml/2006/main" prst="roundRect">
            <a:avLst>
              <a:gd name="adj" fmla="val 9589"/>
            </a:avLst>
          </a:prstGeom>
          <a:solidFill xmlns:a="http://schemas.openxmlformats.org/drawingml/2006/main">
            <a:srgbClr val="EAE7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E8D5F7B-EF1A-4DF4-98F9-A628E38FCA68}"/>
              </a:ext>
            </a:extLst>
          </p:cNvPr>
          <p:cNvSpPr>
            <a:spLocks xmlns:a="http://schemas.openxmlformats.org/drawingml/2006/main" noGrp="1"/>
          </p:cNvSpPr>
          <p:nvPr/>
        </p:nvSpPr>
        <p:spPr>
          <a:xfrm xmlns:a="http://schemas.openxmlformats.org/drawingml/2006/main">
            <a:off x="3257550" y="280035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182A"/>
                </a:solidFill>
                <a:latin typeface="Arial"/>
                <a:ea typeface="Arial"/>
                <a:cs typeface="Arial"/>
              </a:defRPr>
            </a:defPPr>
            <a:lvl1pPr algn="l">
              <a:defRPr sz="1875" b="1">
                <a:solidFill>
                  <a:srgbClr val="17182A"/>
                </a:solidFill>
                <a:latin typeface="Arial"/>
                <a:ea typeface="Arial"/>
                <a:cs typeface="Arial"/>
              </a:defRPr>
            </a:lvl1pPr>
            <a:lvl2pPr algn="l">
              <a:defRPr sz="1875" b="1">
                <a:solidFill>
                  <a:srgbClr val="17182A"/>
                </a:solidFill>
                <a:latin typeface="Arial"/>
                <a:ea typeface="Arial"/>
                <a:cs typeface="Arial"/>
              </a:defRPr>
            </a:lvl2pPr>
            <a:lvl3pPr algn="l">
              <a:defRPr sz="1875" b="1">
                <a:solidFill>
                  <a:srgbClr val="17182A"/>
                </a:solidFill>
                <a:latin typeface="Arial"/>
                <a:ea typeface="Arial"/>
                <a:cs typeface="Arial"/>
              </a:defRPr>
            </a:lvl3pPr>
            <a:lvl4pPr algn="l">
              <a:defRPr sz="1875" b="1">
                <a:solidFill>
                  <a:srgbClr val="17182A"/>
                </a:solidFill>
                <a:latin typeface="Arial"/>
                <a:ea typeface="Arial"/>
                <a:cs typeface="Arial"/>
              </a:defRPr>
            </a:lvl4pPr>
            <a:lvl5pPr algn="l">
              <a:defRPr sz="1875" b="1">
                <a:solidFill>
                  <a:srgbClr val="17182A"/>
                </a:solidFill>
                <a:latin typeface="Arial"/>
                <a:ea typeface="Arial"/>
                <a:cs typeface="Arial"/>
              </a:defRPr>
            </a:lvl5pPr>
            <a:lvl6pPr algn="l">
              <a:defRPr sz="1875" b="1">
                <a:solidFill>
                  <a:srgbClr val="17182A"/>
                </a:solidFill>
                <a:latin typeface="Arial"/>
                <a:ea typeface="Arial"/>
                <a:cs typeface="Arial"/>
              </a:defRPr>
            </a:lvl6pPr>
            <a:lvl7pPr algn="l">
              <a:defRPr sz="1875" b="1">
                <a:solidFill>
                  <a:srgbClr val="17182A"/>
                </a:solidFill>
                <a:latin typeface="Arial"/>
                <a:ea typeface="Arial"/>
                <a:cs typeface="Arial"/>
              </a:defRPr>
            </a:lvl7pPr>
            <a:lvl8pPr algn="l">
              <a:defRPr sz="1875" b="1">
                <a:solidFill>
                  <a:srgbClr val="17182A"/>
                </a:solidFill>
                <a:latin typeface="Arial"/>
                <a:ea typeface="Arial"/>
                <a:cs typeface="Arial"/>
              </a:defRPr>
            </a:lvl8pPr>
            <a:lvl9pPr algn="l">
              <a:defRPr sz="1875" b="1">
                <a:solidFill>
                  <a:srgbClr val="17182A"/>
                </a:solidFill>
                <a:latin typeface="Arial"/>
                <a:ea typeface="Arial"/>
                <a:cs typeface="Arial"/>
              </a:defRPr>
            </a:lvl9pPr>
          </a:lstStyle>
          <a:p xmlns:a="http://schemas.openxmlformats.org/drawingml/2006/main">
            <a:pPr algn="l">
              <a:defRPr sz="1875" b="1">
                <a:solidFill>
                  <a:srgbClr val="17182A"/>
                </a:solidFill>
                <a:latin typeface="Arial"/>
                <a:ea typeface="Arial"/>
                <a:cs typeface="Arial"/>
              </a:defRPr>
            </a:pPr>
            <a:r>
              <a:rPr sz="1875" b="1">
                <a:solidFill>
                  <a:srgbClr val="17182A"/>
                </a:solidFill>
                <a:latin typeface="Arial"/>
                <a:ea typeface="Arial"/>
                <a:cs typeface="Arial"/>
              </a:rPr>
              <a:t>Next.js</a:t>
            </a:r>
          </a:p>
        </p:txBody>
      </p:sp>
      <p:sp>
        <p:nvSpPr>
          <p:cNvPr id="10" name="">
            <a:extLst xmlns:a="http://schemas.openxmlformats.org/drawingml/2006/main">
              <a:ext uri="{FF2B5EF4-FFF2-40B4-BE49-F238E27FC236}">
                <a16:creationId xmlns:a16="http://schemas.microsoft.com/office/drawing/2014/main" id="{F56C8FAF-3D39-4C87-B1B1-C01C1072DFE0}"/>
              </a:ext>
            </a:extLst>
          </p:cNvPr>
          <p:cNvSpPr>
            <a:spLocks xmlns:a="http://schemas.openxmlformats.org/drawingml/2006/main" noGrp="1"/>
          </p:cNvSpPr>
          <p:nvPr/>
        </p:nvSpPr>
        <p:spPr>
          <a:xfrm xmlns:a="http://schemas.openxmlformats.org/drawingml/2006/main">
            <a:off x="3257550" y="3257550"/>
            <a:ext cx="1790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A6B7E"/>
                </a:solidFill>
                <a:latin typeface="Arial"/>
                <a:ea typeface="Arial"/>
                <a:cs typeface="Arial"/>
              </a:defRPr>
            </a:defPPr>
            <a:lvl1pPr algn="l">
              <a:defRPr sz="1200" b="0">
                <a:solidFill>
                  <a:srgbClr val="6A6B7E"/>
                </a:solidFill>
                <a:latin typeface="Arial"/>
                <a:ea typeface="Arial"/>
                <a:cs typeface="Arial"/>
              </a:defRPr>
            </a:lvl1pPr>
            <a:lvl2pPr algn="l">
              <a:defRPr sz="1200" b="0">
                <a:solidFill>
                  <a:srgbClr val="6A6B7E"/>
                </a:solidFill>
                <a:latin typeface="Arial"/>
                <a:ea typeface="Arial"/>
                <a:cs typeface="Arial"/>
              </a:defRPr>
            </a:lvl2pPr>
            <a:lvl3pPr algn="l">
              <a:defRPr sz="1200" b="0">
                <a:solidFill>
                  <a:srgbClr val="6A6B7E"/>
                </a:solidFill>
                <a:latin typeface="Arial"/>
                <a:ea typeface="Arial"/>
                <a:cs typeface="Arial"/>
              </a:defRPr>
            </a:lvl3pPr>
            <a:lvl4pPr algn="l">
              <a:defRPr sz="1200" b="0">
                <a:solidFill>
                  <a:srgbClr val="6A6B7E"/>
                </a:solidFill>
                <a:latin typeface="Arial"/>
                <a:ea typeface="Arial"/>
                <a:cs typeface="Arial"/>
              </a:defRPr>
            </a:lvl4pPr>
            <a:lvl5pPr algn="l">
              <a:defRPr sz="1200" b="0">
                <a:solidFill>
                  <a:srgbClr val="6A6B7E"/>
                </a:solidFill>
                <a:latin typeface="Arial"/>
                <a:ea typeface="Arial"/>
                <a:cs typeface="Arial"/>
              </a:defRPr>
            </a:lvl5pPr>
            <a:lvl6pPr algn="l">
              <a:defRPr sz="1200" b="0">
                <a:solidFill>
                  <a:srgbClr val="6A6B7E"/>
                </a:solidFill>
                <a:latin typeface="Arial"/>
                <a:ea typeface="Arial"/>
                <a:cs typeface="Arial"/>
              </a:defRPr>
            </a:lvl6pPr>
            <a:lvl7pPr algn="l">
              <a:defRPr sz="1200" b="0">
                <a:solidFill>
                  <a:srgbClr val="6A6B7E"/>
                </a:solidFill>
                <a:latin typeface="Arial"/>
                <a:ea typeface="Arial"/>
                <a:cs typeface="Arial"/>
              </a:defRPr>
            </a:lvl7pPr>
            <a:lvl8pPr algn="l">
              <a:defRPr sz="1200" b="0">
                <a:solidFill>
                  <a:srgbClr val="6A6B7E"/>
                </a:solidFill>
                <a:latin typeface="Arial"/>
                <a:ea typeface="Arial"/>
                <a:cs typeface="Arial"/>
              </a:defRPr>
            </a:lvl8pPr>
            <a:lvl9pPr algn="l">
              <a:defRPr sz="1200" b="0">
                <a:solidFill>
                  <a:srgbClr val="6A6B7E"/>
                </a:solidFill>
                <a:latin typeface="Arial"/>
                <a:ea typeface="Arial"/>
                <a:cs typeface="Arial"/>
              </a:defRPr>
            </a:lvl9pPr>
          </a:lstStyle>
          <a:p xmlns:a="http://schemas.openxmlformats.org/drawingml/2006/main">
            <a:pPr algn="l">
              <a:defRPr sz="1200" b="0">
                <a:solidFill>
                  <a:srgbClr val="6A6B7E"/>
                </a:solidFill>
                <a:latin typeface="Arial"/>
                <a:ea typeface="Arial"/>
                <a:cs typeface="Arial"/>
              </a:defRPr>
            </a:pPr>
            <a:r>
              <a:rPr sz="1200" b="0">
                <a:solidFill>
                  <a:srgbClr val="6A6B7E"/>
                </a:solidFill>
                <a:latin typeface="Arial"/>
                <a:ea typeface="Arial"/>
                <a:cs typeface="Arial"/>
              </a:rPr>
              <a:t>Web app + API proxy</a:t>
            </a:r>
          </a:p>
          <a:p xmlns:a="http://schemas.openxmlformats.org/drawingml/2006/main">
            <a:pPr algn="l">
              <a:defRPr sz="1200" b="0">
                <a:solidFill>
                  <a:srgbClr val="6A6B7E"/>
                </a:solidFill>
                <a:latin typeface="Arial"/>
                <a:ea typeface="Arial"/>
                <a:cs typeface="Arial"/>
              </a:defRPr>
            </a:pPr>
            <a:r>
              <a:rPr sz="1200" b="0">
                <a:solidFill>
                  <a:srgbClr val="6A6B7E"/>
                </a:solidFill>
                <a:latin typeface="Arial"/>
                <a:ea typeface="Arial"/>
                <a:cs typeface="Arial"/>
              </a:rPr>
              <a:t>Firebase ID-token checks</a:t>
            </a:r>
          </a:p>
        </p:txBody>
      </p:sp>
      <p:sp>
        <p:nvSpPr>
          <p:cNvPr id="11" name="">
            <a:extLst xmlns:a="http://schemas.openxmlformats.org/drawingml/2006/main">
              <a:ext uri="{FF2B5EF4-FFF2-40B4-BE49-F238E27FC236}">
                <a16:creationId xmlns:a16="http://schemas.microsoft.com/office/drawing/2014/main" id="{6C7B9ADE-67C1-4EBF-B57A-85C105591819}"/>
              </a:ext>
            </a:extLst>
          </p:cNvPr>
          <p:cNvSpPr>
            <a:spLocks xmlns:a="http://schemas.openxmlformats.org/drawingml/2006/main" noGrp="1"/>
          </p:cNvSpPr>
          <p:nvPr/>
        </p:nvSpPr>
        <p:spPr>
          <a:xfrm xmlns:a="http://schemas.openxmlformats.org/drawingml/2006/main">
            <a:off x="5372100" y="3143250"/>
            <a:ext cx="323850" cy="190500"/>
          </a:xfrm>
          <a:prstGeom xmlns:a="http://schemas.openxmlformats.org/drawingml/2006/main" prst="rightArrow">
            <a:avLst/>
          </a:prstGeom>
          <a:solidFill xmlns:a="http://schemas.openxmlformats.org/drawingml/2006/main">
            <a:srgbClr val="6554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29927F0-75FA-45B4-B2A6-7FF8C4A72608}"/>
              </a:ext>
            </a:extLst>
          </p:cNvPr>
          <p:cNvSpPr>
            <a:spLocks xmlns:a="http://schemas.openxmlformats.org/drawingml/2006/main" noGrp="1"/>
          </p:cNvSpPr>
          <p:nvPr/>
        </p:nvSpPr>
        <p:spPr>
          <a:xfrm xmlns:a="http://schemas.openxmlformats.org/drawingml/2006/main">
            <a:off x="5734050" y="2571750"/>
            <a:ext cx="2247900" cy="1390650"/>
          </a:xfrm>
          <a:prstGeom xmlns:a="http://schemas.openxmlformats.org/drawingml/2006/main" prst="roundRect">
            <a:avLst>
              <a:gd name="adj" fmla="val 9589"/>
            </a:avLst>
          </a:prstGeom>
          <a:solidFill xmlns:a="http://schemas.openxmlformats.org/drawingml/2006/main">
            <a:srgbClr val="DDF2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3A8FD09-7A61-4F79-810D-359A4A8CFA8E}"/>
              </a:ext>
            </a:extLst>
          </p:cNvPr>
          <p:cNvSpPr>
            <a:spLocks xmlns:a="http://schemas.openxmlformats.org/drawingml/2006/main" noGrp="1"/>
          </p:cNvSpPr>
          <p:nvPr/>
        </p:nvSpPr>
        <p:spPr>
          <a:xfrm xmlns:a="http://schemas.openxmlformats.org/drawingml/2006/main">
            <a:off x="5924550" y="2800350"/>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182A"/>
                </a:solidFill>
                <a:latin typeface="Arial"/>
                <a:ea typeface="Arial"/>
                <a:cs typeface="Arial"/>
              </a:defRPr>
            </a:defPPr>
            <a:lvl1pPr algn="l">
              <a:defRPr sz="1875" b="1">
                <a:solidFill>
                  <a:srgbClr val="17182A"/>
                </a:solidFill>
                <a:latin typeface="Arial"/>
                <a:ea typeface="Arial"/>
                <a:cs typeface="Arial"/>
              </a:defRPr>
            </a:lvl1pPr>
            <a:lvl2pPr algn="l">
              <a:defRPr sz="1875" b="1">
                <a:solidFill>
                  <a:srgbClr val="17182A"/>
                </a:solidFill>
                <a:latin typeface="Arial"/>
                <a:ea typeface="Arial"/>
                <a:cs typeface="Arial"/>
              </a:defRPr>
            </a:lvl2pPr>
            <a:lvl3pPr algn="l">
              <a:defRPr sz="1875" b="1">
                <a:solidFill>
                  <a:srgbClr val="17182A"/>
                </a:solidFill>
                <a:latin typeface="Arial"/>
                <a:ea typeface="Arial"/>
                <a:cs typeface="Arial"/>
              </a:defRPr>
            </a:lvl3pPr>
            <a:lvl4pPr algn="l">
              <a:defRPr sz="1875" b="1">
                <a:solidFill>
                  <a:srgbClr val="17182A"/>
                </a:solidFill>
                <a:latin typeface="Arial"/>
                <a:ea typeface="Arial"/>
                <a:cs typeface="Arial"/>
              </a:defRPr>
            </a:lvl4pPr>
            <a:lvl5pPr algn="l">
              <a:defRPr sz="1875" b="1">
                <a:solidFill>
                  <a:srgbClr val="17182A"/>
                </a:solidFill>
                <a:latin typeface="Arial"/>
                <a:ea typeface="Arial"/>
                <a:cs typeface="Arial"/>
              </a:defRPr>
            </a:lvl5pPr>
            <a:lvl6pPr algn="l">
              <a:defRPr sz="1875" b="1">
                <a:solidFill>
                  <a:srgbClr val="17182A"/>
                </a:solidFill>
                <a:latin typeface="Arial"/>
                <a:ea typeface="Arial"/>
                <a:cs typeface="Arial"/>
              </a:defRPr>
            </a:lvl6pPr>
            <a:lvl7pPr algn="l">
              <a:defRPr sz="1875" b="1">
                <a:solidFill>
                  <a:srgbClr val="17182A"/>
                </a:solidFill>
                <a:latin typeface="Arial"/>
                <a:ea typeface="Arial"/>
                <a:cs typeface="Arial"/>
              </a:defRPr>
            </a:lvl7pPr>
            <a:lvl8pPr algn="l">
              <a:defRPr sz="1875" b="1">
                <a:solidFill>
                  <a:srgbClr val="17182A"/>
                </a:solidFill>
                <a:latin typeface="Arial"/>
                <a:ea typeface="Arial"/>
                <a:cs typeface="Arial"/>
              </a:defRPr>
            </a:lvl8pPr>
            <a:lvl9pPr algn="l">
              <a:defRPr sz="1875" b="1">
                <a:solidFill>
                  <a:srgbClr val="17182A"/>
                </a:solidFill>
                <a:latin typeface="Arial"/>
                <a:ea typeface="Arial"/>
                <a:cs typeface="Arial"/>
              </a:defRPr>
            </a:lvl9pPr>
          </a:lstStyle>
          <a:p xmlns:a="http://schemas.openxmlformats.org/drawingml/2006/main">
            <a:pPr algn="l">
              <a:defRPr sz="1875" b="1">
                <a:solidFill>
                  <a:srgbClr val="17182A"/>
                </a:solidFill>
                <a:latin typeface="Arial"/>
                <a:ea typeface="Arial"/>
                <a:cs typeface="Arial"/>
              </a:defRPr>
            </a:pPr>
            <a:r>
              <a:rPr sz="1875" b="1">
                <a:solidFill>
                  <a:srgbClr val="17182A"/>
                </a:solidFill>
                <a:latin typeface="Arial"/>
                <a:ea typeface="Arial"/>
                <a:cs typeface="Arial"/>
              </a:rPr>
              <a:t>FastAPI</a:t>
            </a:r>
          </a:p>
        </p:txBody>
      </p:sp>
      <p:sp>
        <p:nvSpPr>
          <p:cNvPr id="14" name="">
            <a:extLst xmlns:a="http://schemas.openxmlformats.org/drawingml/2006/main">
              <a:ext uri="{FF2B5EF4-FFF2-40B4-BE49-F238E27FC236}">
                <a16:creationId xmlns:a16="http://schemas.microsoft.com/office/drawing/2014/main" id="{2B0657E4-765C-40A5-85F6-3CAAF9ABC319}"/>
              </a:ext>
            </a:extLst>
          </p:cNvPr>
          <p:cNvSpPr>
            <a:spLocks xmlns:a="http://schemas.openxmlformats.org/drawingml/2006/main" noGrp="1"/>
          </p:cNvSpPr>
          <p:nvPr/>
        </p:nvSpPr>
        <p:spPr>
          <a:xfrm xmlns:a="http://schemas.openxmlformats.org/drawingml/2006/main">
            <a:off x="5924550" y="3257550"/>
            <a:ext cx="188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A6B7E"/>
                </a:solidFill>
                <a:latin typeface="Arial"/>
                <a:ea typeface="Arial"/>
                <a:cs typeface="Arial"/>
              </a:defRPr>
            </a:defPPr>
            <a:lvl1pPr algn="l">
              <a:defRPr sz="1200" b="0">
                <a:solidFill>
                  <a:srgbClr val="6A6B7E"/>
                </a:solidFill>
                <a:latin typeface="Arial"/>
                <a:ea typeface="Arial"/>
                <a:cs typeface="Arial"/>
              </a:defRPr>
            </a:lvl1pPr>
            <a:lvl2pPr algn="l">
              <a:defRPr sz="1200" b="0">
                <a:solidFill>
                  <a:srgbClr val="6A6B7E"/>
                </a:solidFill>
                <a:latin typeface="Arial"/>
                <a:ea typeface="Arial"/>
                <a:cs typeface="Arial"/>
              </a:defRPr>
            </a:lvl2pPr>
            <a:lvl3pPr algn="l">
              <a:defRPr sz="1200" b="0">
                <a:solidFill>
                  <a:srgbClr val="6A6B7E"/>
                </a:solidFill>
                <a:latin typeface="Arial"/>
                <a:ea typeface="Arial"/>
                <a:cs typeface="Arial"/>
              </a:defRPr>
            </a:lvl3pPr>
            <a:lvl4pPr algn="l">
              <a:defRPr sz="1200" b="0">
                <a:solidFill>
                  <a:srgbClr val="6A6B7E"/>
                </a:solidFill>
                <a:latin typeface="Arial"/>
                <a:ea typeface="Arial"/>
                <a:cs typeface="Arial"/>
              </a:defRPr>
            </a:lvl4pPr>
            <a:lvl5pPr algn="l">
              <a:defRPr sz="1200" b="0">
                <a:solidFill>
                  <a:srgbClr val="6A6B7E"/>
                </a:solidFill>
                <a:latin typeface="Arial"/>
                <a:ea typeface="Arial"/>
                <a:cs typeface="Arial"/>
              </a:defRPr>
            </a:lvl5pPr>
            <a:lvl6pPr algn="l">
              <a:defRPr sz="1200" b="0">
                <a:solidFill>
                  <a:srgbClr val="6A6B7E"/>
                </a:solidFill>
                <a:latin typeface="Arial"/>
                <a:ea typeface="Arial"/>
                <a:cs typeface="Arial"/>
              </a:defRPr>
            </a:lvl6pPr>
            <a:lvl7pPr algn="l">
              <a:defRPr sz="1200" b="0">
                <a:solidFill>
                  <a:srgbClr val="6A6B7E"/>
                </a:solidFill>
                <a:latin typeface="Arial"/>
                <a:ea typeface="Arial"/>
                <a:cs typeface="Arial"/>
              </a:defRPr>
            </a:lvl7pPr>
            <a:lvl8pPr algn="l">
              <a:defRPr sz="1200" b="0">
                <a:solidFill>
                  <a:srgbClr val="6A6B7E"/>
                </a:solidFill>
                <a:latin typeface="Arial"/>
                <a:ea typeface="Arial"/>
                <a:cs typeface="Arial"/>
              </a:defRPr>
            </a:lvl8pPr>
            <a:lvl9pPr algn="l">
              <a:defRPr sz="1200" b="0">
                <a:solidFill>
                  <a:srgbClr val="6A6B7E"/>
                </a:solidFill>
                <a:latin typeface="Arial"/>
                <a:ea typeface="Arial"/>
                <a:cs typeface="Arial"/>
              </a:defRPr>
            </a:lvl9pPr>
          </a:lstStyle>
          <a:p xmlns:a="http://schemas.openxmlformats.org/drawingml/2006/main">
            <a:pPr algn="l">
              <a:defRPr sz="1200" b="0">
                <a:solidFill>
                  <a:srgbClr val="6A6B7E"/>
                </a:solidFill>
                <a:latin typeface="Arial"/>
                <a:ea typeface="Arial"/>
                <a:cs typeface="Arial"/>
              </a:defRPr>
            </a:pPr>
            <a:r>
              <a:rPr sz="1200" b="0">
                <a:solidFill>
                  <a:srgbClr val="6A6B7E"/>
                </a:solidFill>
                <a:latin typeface="Arial"/>
                <a:ea typeface="Arial"/>
                <a:cs typeface="Arial"/>
              </a:rPr>
              <a:t>Discovery · scoring</a:t>
            </a:r>
          </a:p>
          <a:p xmlns:a="http://schemas.openxmlformats.org/drawingml/2006/main">
            <a:pPr algn="l">
              <a:defRPr sz="1200" b="0">
                <a:solidFill>
                  <a:srgbClr val="6A6B7E"/>
                </a:solidFill>
                <a:latin typeface="Arial"/>
                <a:ea typeface="Arial"/>
                <a:cs typeface="Arial"/>
              </a:defRPr>
            </a:pPr>
            <a:r>
              <a:rPr sz="1200" b="0">
                <a:solidFill>
                  <a:srgbClr val="6A6B7E"/>
                </a:solidFill>
                <a:latin typeface="Arial"/>
                <a:ea typeface="Arial"/>
                <a:cs typeface="Arial"/>
              </a:rPr>
              <a:t>drafts · run tracking</a:t>
            </a:r>
          </a:p>
        </p:txBody>
      </p:sp>
      <p:sp>
        <p:nvSpPr>
          <p:cNvPr id="15" name="">
            <a:extLst xmlns:a="http://schemas.openxmlformats.org/drawingml/2006/main">
              <a:ext uri="{FF2B5EF4-FFF2-40B4-BE49-F238E27FC236}">
                <a16:creationId xmlns:a16="http://schemas.microsoft.com/office/drawing/2014/main" id="{688E0D9A-EF23-4850-9CA5-FE00CFEDE89B}"/>
              </a:ext>
            </a:extLst>
          </p:cNvPr>
          <p:cNvSpPr>
            <a:spLocks xmlns:a="http://schemas.openxmlformats.org/drawingml/2006/main" noGrp="1"/>
          </p:cNvSpPr>
          <p:nvPr/>
        </p:nvSpPr>
        <p:spPr>
          <a:xfrm xmlns:a="http://schemas.openxmlformats.org/drawingml/2006/main">
            <a:off x="8134350" y="3143250"/>
            <a:ext cx="323850" cy="190500"/>
          </a:xfrm>
          <a:prstGeom xmlns:a="http://schemas.openxmlformats.org/drawingml/2006/main" prst="rightArrow">
            <a:avLst/>
          </a:prstGeom>
          <a:solidFill xmlns:a="http://schemas.openxmlformats.org/drawingml/2006/main">
            <a:srgbClr val="6554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2379FA0-5678-4FBD-9C3F-A3D648E2F820}"/>
              </a:ext>
            </a:extLst>
          </p:cNvPr>
          <p:cNvSpPr>
            <a:spLocks xmlns:a="http://schemas.openxmlformats.org/drawingml/2006/main" noGrp="1"/>
          </p:cNvSpPr>
          <p:nvPr/>
        </p:nvSpPr>
        <p:spPr>
          <a:xfrm xmlns:a="http://schemas.openxmlformats.org/drawingml/2006/main">
            <a:off x="8496300" y="2571750"/>
            <a:ext cx="3048000" cy="1390650"/>
          </a:xfrm>
          <a:prstGeom xmlns:a="http://schemas.openxmlformats.org/drawingml/2006/main" prst="roundRect">
            <a:avLst>
              <a:gd name="adj" fmla="val 9589"/>
            </a:avLst>
          </a:prstGeom>
          <a:solidFill xmlns:a="http://schemas.openxmlformats.org/drawingml/2006/main">
            <a:srgbClr val="10122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190239F-B591-4FA7-8311-95EFB548070F}"/>
              </a:ext>
            </a:extLst>
          </p:cNvPr>
          <p:cNvSpPr>
            <a:spLocks xmlns:a="http://schemas.openxmlformats.org/drawingml/2006/main" noGrp="1"/>
          </p:cNvSpPr>
          <p:nvPr/>
        </p:nvSpPr>
        <p:spPr>
          <a:xfrm xmlns:a="http://schemas.openxmlformats.org/drawingml/2006/main">
            <a:off x="8686800" y="28003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Provider services</a:t>
            </a:r>
          </a:p>
        </p:txBody>
      </p:sp>
      <p:sp>
        <p:nvSpPr>
          <p:cNvPr id="18" name="">
            <a:extLst xmlns:a="http://schemas.openxmlformats.org/drawingml/2006/main">
              <a:ext uri="{FF2B5EF4-FFF2-40B4-BE49-F238E27FC236}">
                <a16:creationId xmlns:a16="http://schemas.microsoft.com/office/drawing/2014/main" id="{E10354D9-9E8B-4B9E-942E-2909EBC3F48C}"/>
              </a:ext>
            </a:extLst>
          </p:cNvPr>
          <p:cNvSpPr>
            <a:spLocks xmlns:a="http://schemas.openxmlformats.org/drawingml/2006/main" noGrp="1"/>
          </p:cNvSpPr>
          <p:nvPr/>
        </p:nvSpPr>
        <p:spPr>
          <a:xfrm xmlns:a="http://schemas.openxmlformats.org/drawingml/2006/main">
            <a:off x="8686800" y="3257550"/>
            <a:ext cx="2686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D5D4E0"/>
                </a:solidFill>
                <a:latin typeface="Arial"/>
                <a:ea typeface="Arial"/>
                <a:cs typeface="Arial"/>
              </a:defRPr>
            </a:defPPr>
            <a:lvl1pPr algn="l">
              <a:defRPr sz="1200" b="0">
                <a:solidFill>
                  <a:srgbClr val="D5D4E0"/>
                </a:solidFill>
                <a:latin typeface="Arial"/>
                <a:ea typeface="Arial"/>
                <a:cs typeface="Arial"/>
              </a:defRPr>
            </a:lvl1pPr>
            <a:lvl2pPr algn="l">
              <a:defRPr sz="1200" b="0">
                <a:solidFill>
                  <a:srgbClr val="D5D4E0"/>
                </a:solidFill>
                <a:latin typeface="Arial"/>
                <a:ea typeface="Arial"/>
                <a:cs typeface="Arial"/>
              </a:defRPr>
            </a:lvl2pPr>
            <a:lvl3pPr algn="l">
              <a:defRPr sz="1200" b="0">
                <a:solidFill>
                  <a:srgbClr val="D5D4E0"/>
                </a:solidFill>
                <a:latin typeface="Arial"/>
                <a:ea typeface="Arial"/>
                <a:cs typeface="Arial"/>
              </a:defRPr>
            </a:lvl3pPr>
            <a:lvl4pPr algn="l">
              <a:defRPr sz="1200" b="0">
                <a:solidFill>
                  <a:srgbClr val="D5D4E0"/>
                </a:solidFill>
                <a:latin typeface="Arial"/>
                <a:ea typeface="Arial"/>
                <a:cs typeface="Arial"/>
              </a:defRPr>
            </a:lvl4pPr>
            <a:lvl5pPr algn="l">
              <a:defRPr sz="1200" b="0">
                <a:solidFill>
                  <a:srgbClr val="D5D4E0"/>
                </a:solidFill>
                <a:latin typeface="Arial"/>
                <a:ea typeface="Arial"/>
                <a:cs typeface="Arial"/>
              </a:defRPr>
            </a:lvl5pPr>
            <a:lvl6pPr algn="l">
              <a:defRPr sz="1200" b="0">
                <a:solidFill>
                  <a:srgbClr val="D5D4E0"/>
                </a:solidFill>
                <a:latin typeface="Arial"/>
                <a:ea typeface="Arial"/>
                <a:cs typeface="Arial"/>
              </a:defRPr>
            </a:lvl6pPr>
            <a:lvl7pPr algn="l">
              <a:defRPr sz="1200" b="0">
                <a:solidFill>
                  <a:srgbClr val="D5D4E0"/>
                </a:solidFill>
                <a:latin typeface="Arial"/>
                <a:ea typeface="Arial"/>
                <a:cs typeface="Arial"/>
              </a:defRPr>
            </a:lvl7pPr>
            <a:lvl8pPr algn="l">
              <a:defRPr sz="1200" b="0">
                <a:solidFill>
                  <a:srgbClr val="D5D4E0"/>
                </a:solidFill>
                <a:latin typeface="Arial"/>
                <a:ea typeface="Arial"/>
                <a:cs typeface="Arial"/>
              </a:defRPr>
            </a:lvl8pPr>
            <a:lvl9pPr algn="l">
              <a:defRPr sz="1200" b="0">
                <a:solidFill>
                  <a:srgbClr val="D5D4E0"/>
                </a:solidFill>
                <a:latin typeface="Arial"/>
                <a:ea typeface="Arial"/>
                <a:cs typeface="Arial"/>
              </a:defRPr>
            </a:lvl9pPr>
          </a:lstStyle>
          <a:p xmlns:a="http://schemas.openxmlformats.org/drawingml/2006/main">
            <a:pPr algn="l">
              <a:defRPr sz="1200" b="0">
                <a:solidFill>
                  <a:srgbClr val="D5D4E0"/>
                </a:solidFill>
                <a:latin typeface="Arial"/>
                <a:ea typeface="Arial"/>
                <a:cs typeface="Arial"/>
              </a:defRPr>
            </a:pPr>
            <a:r>
              <a:rPr sz="1200" b="0">
                <a:solidFill>
                  <a:srgbClr val="D5D4E0"/>
                </a:solidFill>
                <a:latin typeface="Arial"/>
                <a:ea typeface="Arial"/>
                <a:cs typeface="Arial"/>
              </a:rPr>
              <a:t>TinyFish · search and fetch</a:t>
            </a:r>
          </a:p>
          <a:p xmlns:a="http://schemas.openxmlformats.org/drawingml/2006/main">
            <a:pPr algn="l">
              <a:defRPr sz="1200" b="0">
                <a:solidFill>
                  <a:srgbClr val="D5D4E0"/>
                </a:solidFill>
                <a:latin typeface="Arial"/>
                <a:ea typeface="Arial"/>
                <a:cs typeface="Arial"/>
              </a:defRPr>
            </a:pPr>
            <a:r>
              <a:rPr sz="1200" b="0">
                <a:solidFill>
                  <a:srgbClr val="D5D4E0"/>
                </a:solidFill>
                <a:latin typeface="Arial"/>
                <a:ea typeface="Arial"/>
                <a:cs typeface="Arial"/>
              </a:rPr>
              <a:t>Gemini · scoring and drafting</a:t>
            </a:r>
          </a:p>
          <a:p xmlns:a="http://schemas.openxmlformats.org/drawingml/2006/main">
            <a:pPr algn="l">
              <a:defRPr sz="1200" b="0">
                <a:solidFill>
                  <a:srgbClr val="D5D4E0"/>
                </a:solidFill>
                <a:latin typeface="Arial"/>
                <a:ea typeface="Arial"/>
                <a:cs typeface="Arial"/>
              </a:defRPr>
            </a:pPr>
            <a:r>
              <a:rPr sz="1200" b="0">
                <a:solidFill>
                  <a:srgbClr val="D5D4E0"/>
                </a:solidFill>
                <a:latin typeface="Arial"/>
                <a:ea typeface="Arial"/>
                <a:cs typeface="Arial"/>
              </a:rPr>
              <a:t>Firestore · profiles and runs</a:t>
            </a:r>
          </a:p>
        </p:txBody>
      </p:sp>
      <p:sp>
        <p:nvSpPr>
          <p:cNvPr id="19" name="">
            <a:extLst xmlns:a="http://schemas.openxmlformats.org/drawingml/2006/main">
              <a:ext uri="{FF2B5EF4-FFF2-40B4-BE49-F238E27FC236}">
                <a16:creationId xmlns:a16="http://schemas.microsoft.com/office/drawing/2014/main" id="{286B1D5F-6CDD-4DE5-984A-1EAB049E1A7C}"/>
              </a:ext>
            </a:extLst>
          </p:cNvPr>
          <p:cNvSpPr>
            <a:spLocks xmlns:a="http://schemas.openxmlformats.org/drawingml/2006/main" noGrp="1"/>
          </p:cNvSpPr>
          <p:nvPr/>
        </p:nvSpPr>
        <p:spPr>
          <a:xfrm xmlns:a="http://schemas.openxmlformats.org/drawingml/2006/main">
            <a:off x="647700" y="4457700"/>
            <a:ext cx="10896600" cy="9525"/>
          </a:xfrm>
          <a:prstGeom xmlns:a="http://schemas.openxmlformats.org/drawingml/2006/main" prst="rect">
            <a:avLst/>
          </a:prstGeom>
          <a:solidFill xmlns:a="http://schemas.openxmlformats.org/drawingml/2006/main">
            <a:srgbClr val="D8D6D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8F1EE61-C451-46A3-8B2D-9C8C4C0C9E15}"/>
              </a:ext>
            </a:extLst>
          </p:cNvPr>
          <p:cNvSpPr>
            <a:spLocks xmlns:a="http://schemas.openxmlformats.org/drawingml/2006/main" noGrp="1"/>
          </p:cNvSpPr>
          <p:nvPr/>
        </p:nvSpPr>
        <p:spPr>
          <a:xfrm xmlns:a="http://schemas.openxmlformats.org/drawingml/2006/main">
            <a:off x="685800" y="4762500"/>
            <a:ext cx="1790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6554E8"/>
                </a:solidFill>
                <a:latin typeface="Arial"/>
                <a:ea typeface="Arial"/>
                <a:cs typeface="Arial"/>
              </a:defRPr>
            </a:defPPr>
            <a:lvl1pPr algn="l">
              <a:defRPr sz="1275" b="1">
                <a:solidFill>
                  <a:srgbClr val="6554E8"/>
                </a:solidFill>
                <a:latin typeface="Arial"/>
                <a:ea typeface="Arial"/>
                <a:cs typeface="Arial"/>
              </a:defRPr>
            </a:lvl1pPr>
            <a:lvl2pPr algn="l">
              <a:defRPr sz="1275" b="1">
                <a:solidFill>
                  <a:srgbClr val="6554E8"/>
                </a:solidFill>
                <a:latin typeface="Arial"/>
                <a:ea typeface="Arial"/>
                <a:cs typeface="Arial"/>
              </a:defRPr>
            </a:lvl2pPr>
            <a:lvl3pPr algn="l">
              <a:defRPr sz="1275" b="1">
                <a:solidFill>
                  <a:srgbClr val="6554E8"/>
                </a:solidFill>
                <a:latin typeface="Arial"/>
                <a:ea typeface="Arial"/>
                <a:cs typeface="Arial"/>
              </a:defRPr>
            </a:lvl3pPr>
            <a:lvl4pPr algn="l">
              <a:defRPr sz="1275" b="1">
                <a:solidFill>
                  <a:srgbClr val="6554E8"/>
                </a:solidFill>
                <a:latin typeface="Arial"/>
                <a:ea typeface="Arial"/>
                <a:cs typeface="Arial"/>
              </a:defRPr>
            </a:lvl4pPr>
            <a:lvl5pPr algn="l">
              <a:defRPr sz="1275" b="1">
                <a:solidFill>
                  <a:srgbClr val="6554E8"/>
                </a:solidFill>
                <a:latin typeface="Arial"/>
                <a:ea typeface="Arial"/>
                <a:cs typeface="Arial"/>
              </a:defRPr>
            </a:lvl5pPr>
            <a:lvl6pPr algn="l">
              <a:defRPr sz="1275" b="1">
                <a:solidFill>
                  <a:srgbClr val="6554E8"/>
                </a:solidFill>
                <a:latin typeface="Arial"/>
                <a:ea typeface="Arial"/>
                <a:cs typeface="Arial"/>
              </a:defRPr>
            </a:lvl6pPr>
            <a:lvl7pPr algn="l">
              <a:defRPr sz="1275" b="1">
                <a:solidFill>
                  <a:srgbClr val="6554E8"/>
                </a:solidFill>
                <a:latin typeface="Arial"/>
                <a:ea typeface="Arial"/>
                <a:cs typeface="Arial"/>
              </a:defRPr>
            </a:lvl7pPr>
            <a:lvl8pPr algn="l">
              <a:defRPr sz="1275" b="1">
                <a:solidFill>
                  <a:srgbClr val="6554E8"/>
                </a:solidFill>
                <a:latin typeface="Arial"/>
                <a:ea typeface="Arial"/>
                <a:cs typeface="Arial"/>
              </a:defRPr>
            </a:lvl8pPr>
            <a:lvl9pPr algn="l">
              <a:defRPr sz="1275" b="1">
                <a:solidFill>
                  <a:srgbClr val="6554E8"/>
                </a:solidFill>
                <a:latin typeface="Arial"/>
                <a:ea typeface="Arial"/>
                <a:cs typeface="Arial"/>
              </a:defRPr>
            </a:lvl9pPr>
          </a:lstStyle>
          <a:p xmlns:a="http://schemas.openxmlformats.org/drawingml/2006/main">
            <a:pPr algn="l">
              <a:defRPr sz="1275" b="1">
                <a:solidFill>
                  <a:srgbClr val="6554E8"/>
                </a:solidFill>
                <a:latin typeface="Arial"/>
                <a:ea typeface="Arial"/>
                <a:cs typeface="Arial"/>
              </a:defRPr>
            </a:pPr>
            <a:r>
              <a:rPr sz="1275" b="1">
                <a:solidFill>
                  <a:srgbClr val="6554E8"/>
                </a:solidFill>
                <a:latin typeface="Arial"/>
                <a:ea typeface="Arial"/>
                <a:cs typeface="Arial"/>
              </a:rPr>
              <a:t>Authentication</a:t>
            </a:r>
          </a:p>
        </p:txBody>
      </p:sp>
      <p:sp>
        <p:nvSpPr>
          <p:cNvPr id="21" name="">
            <a:extLst xmlns:a="http://schemas.openxmlformats.org/drawingml/2006/main">
              <a:ext uri="{FF2B5EF4-FFF2-40B4-BE49-F238E27FC236}">
                <a16:creationId xmlns:a16="http://schemas.microsoft.com/office/drawing/2014/main" id="{FAD5663F-64D4-41D6-99A3-1A9C788F59A6}"/>
              </a:ext>
            </a:extLst>
          </p:cNvPr>
          <p:cNvSpPr>
            <a:spLocks xmlns:a="http://schemas.openxmlformats.org/drawingml/2006/main" noGrp="1"/>
          </p:cNvSpPr>
          <p:nvPr/>
        </p:nvSpPr>
        <p:spPr>
          <a:xfrm xmlns:a="http://schemas.openxmlformats.org/drawingml/2006/main">
            <a:off x="2667000" y="47625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7182A"/>
                </a:solidFill>
                <a:latin typeface="Arial"/>
                <a:ea typeface="Arial"/>
                <a:cs typeface="Arial"/>
              </a:defRPr>
            </a:defPPr>
            <a:lvl1pPr algn="l">
              <a:defRPr sz="1425" b="0">
                <a:solidFill>
                  <a:srgbClr val="17182A"/>
                </a:solidFill>
                <a:latin typeface="Arial"/>
                <a:ea typeface="Arial"/>
                <a:cs typeface="Arial"/>
              </a:defRPr>
            </a:lvl1pPr>
            <a:lvl2pPr algn="l">
              <a:defRPr sz="1425" b="0">
                <a:solidFill>
                  <a:srgbClr val="17182A"/>
                </a:solidFill>
                <a:latin typeface="Arial"/>
                <a:ea typeface="Arial"/>
                <a:cs typeface="Arial"/>
              </a:defRPr>
            </a:lvl2pPr>
            <a:lvl3pPr algn="l">
              <a:defRPr sz="1425" b="0">
                <a:solidFill>
                  <a:srgbClr val="17182A"/>
                </a:solidFill>
                <a:latin typeface="Arial"/>
                <a:ea typeface="Arial"/>
                <a:cs typeface="Arial"/>
              </a:defRPr>
            </a:lvl3pPr>
            <a:lvl4pPr algn="l">
              <a:defRPr sz="1425" b="0">
                <a:solidFill>
                  <a:srgbClr val="17182A"/>
                </a:solidFill>
                <a:latin typeface="Arial"/>
                <a:ea typeface="Arial"/>
                <a:cs typeface="Arial"/>
              </a:defRPr>
            </a:lvl4pPr>
            <a:lvl5pPr algn="l">
              <a:defRPr sz="1425" b="0">
                <a:solidFill>
                  <a:srgbClr val="17182A"/>
                </a:solidFill>
                <a:latin typeface="Arial"/>
                <a:ea typeface="Arial"/>
                <a:cs typeface="Arial"/>
              </a:defRPr>
            </a:lvl5pPr>
            <a:lvl6pPr algn="l">
              <a:defRPr sz="1425" b="0">
                <a:solidFill>
                  <a:srgbClr val="17182A"/>
                </a:solidFill>
                <a:latin typeface="Arial"/>
                <a:ea typeface="Arial"/>
                <a:cs typeface="Arial"/>
              </a:defRPr>
            </a:lvl6pPr>
            <a:lvl7pPr algn="l">
              <a:defRPr sz="1425" b="0">
                <a:solidFill>
                  <a:srgbClr val="17182A"/>
                </a:solidFill>
                <a:latin typeface="Arial"/>
                <a:ea typeface="Arial"/>
                <a:cs typeface="Arial"/>
              </a:defRPr>
            </a:lvl7pPr>
            <a:lvl8pPr algn="l">
              <a:defRPr sz="1425" b="0">
                <a:solidFill>
                  <a:srgbClr val="17182A"/>
                </a:solidFill>
                <a:latin typeface="Arial"/>
                <a:ea typeface="Arial"/>
                <a:cs typeface="Arial"/>
              </a:defRPr>
            </a:lvl8pPr>
            <a:lvl9pPr algn="l">
              <a:defRPr sz="1425" b="0">
                <a:solidFill>
                  <a:srgbClr val="17182A"/>
                </a:solidFill>
                <a:latin typeface="Arial"/>
                <a:ea typeface="Arial"/>
                <a:cs typeface="Arial"/>
              </a:defRPr>
            </a:lvl9pPr>
          </a:lstStyle>
          <a:p xmlns:a="http://schemas.openxmlformats.org/drawingml/2006/main">
            <a:pPr algn="l">
              <a:defRPr sz="1425" b="0">
                <a:solidFill>
                  <a:srgbClr val="17182A"/>
                </a:solidFill>
                <a:latin typeface="Arial"/>
                <a:ea typeface="Arial"/>
                <a:cs typeface="Arial"/>
              </a:defRPr>
            </a:pPr>
            <a:r>
              <a:rPr sz="1425" b="0">
                <a:solidFill>
                  <a:srgbClr val="17182A"/>
                </a:solidFill>
                <a:latin typeface="Arial"/>
                <a:ea typeface="Arial"/>
                <a:cs typeface="Arial"/>
              </a:rPr>
              <a:t>Firebase email/password sign-in and verified email are required for grant actions.</a:t>
            </a:r>
          </a:p>
        </p:txBody>
      </p:sp>
      <p:sp>
        <p:nvSpPr>
          <p:cNvPr id="22" name="">
            <a:extLst xmlns:a="http://schemas.openxmlformats.org/drawingml/2006/main">
              <a:ext uri="{FF2B5EF4-FFF2-40B4-BE49-F238E27FC236}">
                <a16:creationId xmlns:a16="http://schemas.microsoft.com/office/drawing/2014/main" id="{2219A286-6F99-49E0-9747-C2314E6E6367}"/>
              </a:ext>
            </a:extLst>
          </p:cNvPr>
          <p:cNvSpPr>
            <a:spLocks xmlns:a="http://schemas.openxmlformats.org/drawingml/2006/main" noGrp="1"/>
          </p:cNvSpPr>
          <p:nvPr/>
        </p:nvSpPr>
        <p:spPr>
          <a:xfrm xmlns:a="http://schemas.openxmlformats.org/drawingml/2006/main">
            <a:off x="685800" y="5391150"/>
            <a:ext cx="1790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68A7A"/>
                </a:solidFill>
                <a:latin typeface="Arial"/>
                <a:ea typeface="Arial"/>
                <a:cs typeface="Arial"/>
              </a:defRPr>
            </a:defPPr>
            <a:lvl1pPr algn="l">
              <a:defRPr sz="1275" b="1">
                <a:solidFill>
                  <a:srgbClr val="168A7A"/>
                </a:solidFill>
                <a:latin typeface="Arial"/>
                <a:ea typeface="Arial"/>
                <a:cs typeface="Arial"/>
              </a:defRPr>
            </a:lvl1pPr>
            <a:lvl2pPr algn="l">
              <a:defRPr sz="1275" b="1">
                <a:solidFill>
                  <a:srgbClr val="168A7A"/>
                </a:solidFill>
                <a:latin typeface="Arial"/>
                <a:ea typeface="Arial"/>
                <a:cs typeface="Arial"/>
              </a:defRPr>
            </a:lvl2pPr>
            <a:lvl3pPr algn="l">
              <a:defRPr sz="1275" b="1">
                <a:solidFill>
                  <a:srgbClr val="168A7A"/>
                </a:solidFill>
                <a:latin typeface="Arial"/>
                <a:ea typeface="Arial"/>
                <a:cs typeface="Arial"/>
              </a:defRPr>
            </a:lvl3pPr>
            <a:lvl4pPr algn="l">
              <a:defRPr sz="1275" b="1">
                <a:solidFill>
                  <a:srgbClr val="168A7A"/>
                </a:solidFill>
                <a:latin typeface="Arial"/>
                <a:ea typeface="Arial"/>
                <a:cs typeface="Arial"/>
              </a:defRPr>
            </a:lvl4pPr>
            <a:lvl5pPr algn="l">
              <a:defRPr sz="1275" b="1">
                <a:solidFill>
                  <a:srgbClr val="168A7A"/>
                </a:solidFill>
                <a:latin typeface="Arial"/>
                <a:ea typeface="Arial"/>
                <a:cs typeface="Arial"/>
              </a:defRPr>
            </a:lvl5pPr>
            <a:lvl6pPr algn="l">
              <a:defRPr sz="1275" b="1">
                <a:solidFill>
                  <a:srgbClr val="168A7A"/>
                </a:solidFill>
                <a:latin typeface="Arial"/>
                <a:ea typeface="Arial"/>
                <a:cs typeface="Arial"/>
              </a:defRPr>
            </a:lvl6pPr>
            <a:lvl7pPr algn="l">
              <a:defRPr sz="1275" b="1">
                <a:solidFill>
                  <a:srgbClr val="168A7A"/>
                </a:solidFill>
                <a:latin typeface="Arial"/>
                <a:ea typeface="Arial"/>
                <a:cs typeface="Arial"/>
              </a:defRPr>
            </a:lvl7pPr>
            <a:lvl8pPr algn="l">
              <a:defRPr sz="1275" b="1">
                <a:solidFill>
                  <a:srgbClr val="168A7A"/>
                </a:solidFill>
                <a:latin typeface="Arial"/>
                <a:ea typeface="Arial"/>
                <a:cs typeface="Arial"/>
              </a:defRPr>
            </a:lvl8pPr>
            <a:lvl9pPr algn="l">
              <a:defRPr sz="1275" b="1">
                <a:solidFill>
                  <a:srgbClr val="168A7A"/>
                </a:solidFill>
                <a:latin typeface="Arial"/>
                <a:ea typeface="Arial"/>
                <a:cs typeface="Arial"/>
              </a:defRPr>
            </a:lvl9pPr>
          </a:lstStyle>
          <a:p xmlns:a="http://schemas.openxmlformats.org/drawingml/2006/main">
            <a:pPr algn="l">
              <a:defRPr sz="1275" b="1">
                <a:solidFill>
                  <a:srgbClr val="168A7A"/>
                </a:solidFill>
                <a:latin typeface="Arial"/>
                <a:ea typeface="Arial"/>
                <a:cs typeface="Arial"/>
              </a:defRPr>
            </a:pPr>
            <a:r>
              <a:rPr sz="1275" b="1">
                <a:solidFill>
                  <a:srgbClr val="168A7A"/>
                </a:solidFill>
                <a:latin typeface="Arial"/>
                <a:ea typeface="Arial"/>
                <a:cs typeface="Arial"/>
              </a:rPr>
              <a:t>State</a:t>
            </a:r>
          </a:p>
        </p:txBody>
      </p:sp>
      <p:sp>
        <p:nvSpPr>
          <p:cNvPr id="23" name="">
            <a:extLst xmlns:a="http://schemas.openxmlformats.org/drawingml/2006/main">
              <a:ext uri="{FF2B5EF4-FFF2-40B4-BE49-F238E27FC236}">
                <a16:creationId xmlns:a16="http://schemas.microsoft.com/office/drawing/2014/main" id="{A20605E4-6948-48E3-A416-2AD0A925480E}"/>
              </a:ext>
            </a:extLst>
          </p:cNvPr>
          <p:cNvSpPr>
            <a:spLocks xmlns:a="http://schemas.openxmlformats.org/drawingml/2006/main" noGrp="1"/>
          </p:cNvSpPr>
          <p:nvPr/>
        </p:nvSpPr>
        <p:spPr>
          <a:xfrm xmlns:a="http://schemas.openxmlformats.org/drawingml/2006/main">
            <a:off x="2667000" y="539115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7182A"/>
                </a:solidFill>
                <a:latin typeface="Arial"/>
                <a:ea typeface="Arial"/>
                <a:cs typeface="Arial"/>
              </a:defRPr>
            </a:defPPr>
            <a:lvl1pPr algn="l">
              <a:defRPr sz="1425" b="0">
                <a:solidFill>
                  <a:srgbClr val="17182A"/>
                </a:solidFill>
                <a:latin typeface="Arial"/>
                <a:ea typeface="Arial"/>
                <a:cs typeface="Arial"/>
              </a:defRPr>
            </a:lvl1pPr>
            <a:lvl2pPr algn="l">
              <a:defRPr sz="1425" b="0">
                <a:solidFill>
                  <a:srgbClr val="17182A"/>
                </a:solidFill>
                <a:latin typeface="Arial"/>
                <a:ea typeface="Arial"/>
                <a:cs typeface="Arial"/>
              </a:defRPr>
            </a:lvl2pPr>
            <a:lvl3pPr algn="l">
              <a:defRPr sz="1425" b="0">
                <a:solidFill>
                  <a:srgbClr val="17182A"/>
                </a:solidFill>
                <a:latin typeface="Arial"/>
                <a:ea typeface="Arial"/>
                <a:cs typeface="Arial"/>
              </a:defRPr>
            </a:lvl3pPr>
            <a:lvl4pPr algn="l">
              <a:defRPr sz="1425" b="0">
                <a:solidFill>
                  <a:srgbClr val="17182A"/>
                </a:solidFill>
                <a:latin typeface="Arial"/>
                <a:ea typeface="Arial"/>
                <a:cs typeface="Arial"/>
              </a:defRPr>
            </a:lvl4pPr>
            <a:lvl5pPr algn="l">
              <a:defRPr sz="1425" b="0">
                <a:solidFill>
                  <a:srgbClr val="17182A"/>
                </a:solidFill>
                <a:latin typeface="Arial"/>
                <a:ea typeface="Arial"/>
                <a:cs typeface="Arial"/>
              </a:defRPr>
            </a:lvl5pPr>
            <a:lvl6pPr algn="l">
              <a:defRPr sz="1425" b="0">
                <a:solidFill>
                  <a:srgbClr val="17182A"/>
                </a:solidFill>
                <a:latin typeface="Arial"/>
                <a:ea typeface="Arial"/>
                <a:cs typeface="Arial"/>
              </a:defRPr>
            </a:lvl6pPr>
            <a:lvl7pPr algn="l">
              <a:defRPr sz="1425" b="0">
                <a:solidFill>
                  <a:srgbClr val="17182A"/>
                </a:solidFill>
                <a:latin typeface="Arial"/>
                <a:ea typeface="Arial"/>
                <a:cs typeface="Arial"/>
              </a:defRPr>
            </a:lvl7pPr>
            <a:lvl8pPr algn="l">
              <a:defRPr sz="1425" b="0">
                <a:solidFill>
                  <a:srgbClr val="17182A"/>
                </a:solidFill>
                <a:latin typeface="Arial"/>
                <a:ea typeface="Arial"/>
                <a:cs typeface="Arial"/>
              </a:defRPr>
            </a:lvl8pPr>
            <a:lvl9pPr algn="l">
              <a:defRPr sz="1425" b="0">
                <a:solidFill>
                  <a:srgbClr val="17182A"/>
                </a:solidFill>
                <a:latin typeface="Arial"/>
                <a:ea typeface="Arial"/>
                <a:cs typeface="Arial"/>
              </a:defRPr>
            </a:lvl9pPr>
          </a:lstStyle>
          <a:p xmlns:a="http://schemas.openxmlformats.org/drawingml/2006/main">
            <a:pPr algn="l">
              <a:defRPr sz="1425" b="0">
                <a:solidFill>
                  <a:srgbClr val="17182A"/>
                </a:solidFill>
                <a:latin typeface="Arial"/>
                <a:ea typeface="Arial"/>
                <a:cs typeface="Arial"/>
              </a:defRPr>
            </a:pPr>
            <a:r>
              <a:rPr sz="1425" b="0">
                <a:solidFill>
                  <a:srgbClr val="17182A"/>
                </a:solidFill>
                <a:latin typeface="Arial"/>
                <a:ea typeface="Arial"/>
                <a:cs typeface="Arial"/>
              </a:rPr>
              <a:t>Firestore stores user profiles and run records; service credentials remain server-side.</a:t>
            </a:r>
          </a:p>
        </p:txBody>
      </p:sp>
      <p:sp>
        <p:nvSpPr>
          <p:cNvPr id="24" name="">
            <a:extLst xmlns:a="http://schemas.openxmlformats.org/drawingml/2006/main">
              <a:ext uri="{FF2B5EF4-FFF2-40B4-BE49-F238E27FC236}">
                <a16:creationId xmlns:a16="http://schemas.microsoft.com/office/drawing/2014/main" id="{2F6F50F4-A7D4-4744-9E04-217A8BB1DE42}"/>
              </a:ext>
            </a:extLst>
          </p:cNvPr>
          <p:cNvSpPr>
            <a:spLocks xmlns:a="http://schemas.openxmlformats.org/drawingml/2006/main" noGrp="1"/>
          </p:cNvSpPr>
          <p:nvPr/>
        </p:nvSpPr>
        <p:spPr>
          <a:xfrm xmlns:a="http://schemas.openxmlformats.org/drawingml/2006/main">
            <a:off x="609600" y="64579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6A6B7E"/>
                </a:solidFill>
                <a:latin typeface="Arial"/>
                <a:ea typeface="Arial"/>
                <a:cs typeface="Arial"/>
              </a:defRPr>
            </a:defPPr>
            <a:lvl1pPr algn="l">
              <a:defRPr sz="900" b="1">
                <a:solidFill>
                  <a:srgbClr val="6A6B7E"/>
                </a:solidFill>
                <a:latin typeface="Arial"/>
                <a:ea typeface="Arial"/>
                <a:cs typeface="Arial"/>
              </a:defRPr>
            </a:lvl1pPr>
            <a:lvl2pPr algn="l">
              <a:defRPr sz="900" b="1">
                <a:solidFill>
                  <a:srgbClr val="6A6B7E"/>
                </a:solidFill>
                <a:latin typeface="Arial"/>
                <a:ea typeface="Arial"/>
                <a:cs typeface="Arial"/>
              </a:defRPr>
            </a:lvl2pPr>
            <a:lvl3pPr algn="l">
              <a:defRPr sz="900" b="1">
                <a:solidFill>
                  <a:srgbClr val="6A6B7E"/>
                </a:solidFill>
                <a:latin typeface="Arial"/>
                <a:ea typeface="Arial"/>
                <a:cs typeface="Arial"/>
              </a:defRPr>
            </a:lvl3pPr>
            <a:lvl4pPr algn="l">
              <a:defRPr sz="900" b="1">
                <a:solidFill>
                  <a:srgbClr val="6A6B7E"/>
                </a:solidFill>
                <a:latin typeface="Arial"/>
                <a:ea typeface="Arial"/>
                <a:cs typeface="Arial"/>
              </a:defRPr>
            </a:lvl4pPr>
            <a:lvl5pPr algn="l">
              <a:defRPr sz="900" b="1">
                <a:solidFill>
                  <a:srgbClr val="6A6B7E"/>
                </a:solidFill>
                <a:latin typeface="Arial"/>
                <a:ea typeface="Arial"/>
                <a:cs typeface="Arial"/>
              </a:defRPr>
            </a:lvl5pPr>
            <a:lvl6pPr algn="l">
              <a:defRPr sz="900" b="1">
                <a:solidFill>
                  <a:srgbClr val="6A6B7E"/>
                </a:solidFill>
                <a:latin typeface="Arial"/>
                <a:ea typeface="Arial"/>
                <a:cs typeface="Arial"/>
              </a:defRPr>
            </a:lvl6pPr>
            <a:lvl7pPr algn="l">
              <a:defRPr sz="900" b="1">
                <a:solidFill>
                  <a:srgbClr val="6A6B7E"/>
                </a:solidFill>
                <a:latin typeface="Arial"/>
                <a:ea typeface="Arial"/>
                <a:cs typeface="Arial"/>
              </a:defRPr>
            </a:lvl7pPr>
            <a:lvl8pPr algn="l">
              <a:defRPr sz="900" b="1">
                <a:solidFill>
                  <a:srgbClr val="6A6B7E"/>
                </a:solidFill>
                <a:latin typeface="Arial"/>
                <a:ea typeface="Arial"/>
                <a:cs typeface="Arial"/>
              </a:defRPr>
            </a:lvl8pPr>
            <a:lvl9pPr algn="l">
              <a:defRPr sz="900" b="1">
                <a:solidFill>
                  <a:srgbClr val="6A6B7E"/>
                </a:solidFill>
                <a:latin typeface="Arial"/>
                <a:ea typeface="Arial"/>
                <a:cs typeface="Arial"/>
              </a:defRPr>
            </a:lvl9pPr>
          </a:lstStyle>
          <a:p xmlns:a="http://schemas.openxmlformats.org/drawingml/2006/main">
            <a:pPr algn="l">
              <a:defRPr sz="900" b="1">
                <a:solidFill>
                  <a:srgbClr val="6A6B7E"/>
                </a:solidFill>
                <a:latin typeface="Arial"/>
                <a:ea typeface="Arial"/>
                <a:cs typeface="Arial"/>
              </a:defRPr>
            </a:pPr>
            <a:r>
              <a:rPr sz="900" b="1">
                <a:solidFill>
                  <a:srgbClr val="6A6B7E"/>
                </a:solidFill>
                <a:latin typeface="Arial"/>
                <a:ea typeface="Arial"/>
                <a:cs typeface="Arial"/>
              </a:rPr>
              <a:t>AUTOGRANT  /  PROJECT OVERVIEW</a:t>
            </a:r>
          </a:p>
        </p:txBody>
      </p:sp>
      <p:sp>
        <p:nvSpPr>
          <p:cNvPr id="25" name="">
            <a:extLst xmlns:a="http://schemas.openxmlformats.org/drawingml/2006/main">
              <a:ext uri="{FF2B5EF4-FFF2-40B4-BE49-F238E27FC236}">
                <a16:creationId xmlns:a16="http://schemas.microsoft.com/office/drawing/2014/main" id="{FFB46170-6539-464E-83CD-A2E326C467CF}"/>
              </a:ext>
            </a:extLst>
          </p:cNvPr>
          <p:cNvSpPr>
            <a:spLocks xmlns:a="http://schemas.openxmlformats.org/drawingml/2006/main" noGrp="1"/>
          </p:cNvSpPr>
          <p:nvPr/>
        </p:nvSpPr>
        <p:spPr>
          <a:xfrm xmlns:a="http://schemas.openxmlformats.org/drawingml/2006/main">
            <a:off x="11334750" y="64389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6A6B7E"/>
                </a:solidFill>
                <a:latin typeface="Arial"/>
                <a:ea typeface="Arial"/>
                <a:cs typeface="Arial"/>
              </a:defRPr>
            </a:defPPr>
            <a:lvl1pPr algn="r">
              <a:defRPr sz="900" b="1">
                <a:solidFill>
                  <a:srgbClr val="6A6B7E"/>
                </a:solidFill>
                <a:latin typeface="Arial"/>
                <a:ea typeface="Arial"/>
                <a:cs typeface="Arial"/>
              </a:defRPr>
            </a:lvl1pPr>
            <a:lvl2pPr algn="r">
              <a:defRPr sz="900" b="1">
                <a:solidFill>
                  <a:srgbClr val="6A6B7E"/>
                </a:solidFill>
                <a:latin typeface="Arial"/>
                <a:ea typeface="Arial"/>
                <a:cs typeface="Arial"/>
              </a:defRPr>
            </a:lvl2pPr>
            <a:lvl3pPr algn="r">
              <a:defRPr sz="900" b="1">
                <a:solidFill>
                  <a:srgbClr val="6A6B7E"/>
                </a:solidFill>
                <a:latin typeface="Arial"/>
                <a:ea typeface="Arial"/>
                <a:cs typeface="Arial"/>
              </a:defRPr>
            </a:lvl3pPr>
            <a:lvl4pPr algn="r">
              <a:defRPr sz="900" b="1">
                <a:solidFill>
                  <a:srgbClr val="6A6B7E"/>
                </a:solidFill>
                <a:latin typeface="Arial"/>
                <a:ea typeface="Arial"/>
                <a:cs typeface="Arial"/>
              </a:defRPr>
            </a:lvl4pPr>
            <a:lvl5pPr algn="r">
              <a:defRPr sz="900" b="1">
                <a:solidFill>
                  <a:srgbClr val="6A6B7E"/>
                </a:solidFill>
                <a:latin typeface="Arial"/>
                <a:ea typeface="Arial"/>
                <a:cs typeface="Arial"/>
              </a:defRPr>
            </a:lvl5pPr>
            <a:lvl6pPr algn="r">
              <a:defRPr sz="900" b="1">
                <a:solidFill>
                  <a:srgbClr val="6A6B7E"/>
                </a:solidFill>
                <a:latin typeface="Arial"/>
                <a:ea typeface="Arial"/>
                <a:cs typeface="Arial"/>
              </a:defRPr>
            </a:lvl6pPr>
            <a:lvl7pPr algn="r">
              <a:defRPr sz="900" b="1">
                <a:solidFill>
                  <a:srgbClr val="6A6B7E"/>
                </a:solidFill>
                <a:latin typeface="Arial"/>
                <a:ea typeface="Arial"/>
                <a:cs typeface="Arial"/>
              </a:defRPr>
            </a:lvl7pPr>
            <a:lvl8pPr algn="r">
              <a:defRPr sz="900" b="1">
                <a:solidFill>
                  <a:srgbClr val="6A6B7E"/>
                </a:solidFill>
                <a:latin typeface="Arial"/>
                <a:ea typeface="Arial"/>
                <a:cs typeface="Arial"/>
              </a:defRPr>
            </a:lvl8pPr>
            <a:lvl9pPr algn="r">
              <a:defRPr sz="900" b="1">
                <a:solidFill>
                  <a:srgbClr val="6A6B7E"/>
                </a:solidFill>
                <a:latin typeface="Arial"/>
                <a:ea typeface="Arial"/>
                <a:cs typeface="Arial"/>
              </a:defRPr>
            </a:lvl9pPr>
          </a:lstStyle>
          <a:p xmlns:a="http://schemas.openxmlformats.org/drawingml/2006/main">
            <a:pPr algn="r">
              <a:defRPr sz="900" b="1">
                <a:solidFill>
                  <a:srgbClr val="6A6B7E"/>
                </a:solidFill>
                <a:latin typeface="Arial"/>
                <a:ea typeface="Arial"/>
                <a:cs typeface="Arial"/>
              </a:defRPr>
            </a:pPr>
            <a:r>
              <a:rPr sz="900" b="1">
                <a:solidFill>
                  <a:srgbClr val="6A6B7E"/>
                </a:solidFill>
                <a:latin typeface="Arial"/>
                <a:ea typeface="Arial"/>
                <a:cs typeface="Arial"/>
              </a:rPr>
              <a:t>05</a:t>
            </a:r>
          </a:p>
        </p:txBody>
      </p:sp>
    </p:spTree>
    <p:extLst>
      <p:ext uri="{BB962C8B-B14F-4D97-AF65-F5344CB8AC3E}">
        <p14:creationId xmlns:p14="http://schemas.microsoft.com/office/powerpoint/2010/main" val="1036045143"/>
      </p:ext>
    </p:extLst>
  </p:cSld>
</p:sld>
</file>

<file path=ppt/slides/slide6.xml><?xml version="1.0" encoding="utf-8"?>
<p:sld xmlns:p="http://schemas.openxmlformats.org/presentationml/2006/main">
  <p:cSld>
    <p:bg>
      <p:bgPr>
        <a:solidFill xmlns:a="http://schemas.openxmlformats.org/drawingml/2006/main">
          <a:srgbClr val="10122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CA316FC-DED6-40CA-8E37-43408CB99ADE}"/>
              </a:ext>
            </a:extLst>
          </p:cNvPr>
          <p:cNvSpPr>
            <a:spLocks xmlns:a="http://schemas.openxmlformats.org/drawingml/2006/main" noGrp="1"/>
          </p:cNvSpPr>
          <p:nvPr/>
        </p:nvSpPr>
        <p:spPr>
          <a:xfrm xmlns:a="http://schemas.openxmlformats.org/drawingml/2006/main">
            <a:off x="704850" y="514350"/>
            <a:ext cx="5143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B9B1FF"/>
                </a:solidFill>
                <a:latin typeface="Arial"/>
                <a:ea typeface="Arial"/>
                <a:cs typeface="Arial"/>
              </a:defRPr>
            </a:defPPr>
            <a:lvl1pPr algn="l">
              <a:defRPr sz="975" b="1">
                <a:solidFill>
                  <a:srgbClr val="B9B1FF"/>
                </a:solidFill>
                <a:latin typeface="Arial"/>
                <a:ea typeface="Arial"/>
                <a:cs typeface="Arial"/>
              </a:defRPr>
            </a:lvl1pPr>
            <a:lvl2pPr algn="l">
              <a:defRPr sz="975" b="1">
                <a:solidFill>
                  <a:srgbClr val="B9B1FF"/>
                </a:solidFill>
                <a:latin typeface="Arial"/>
                <a:ea typeface="Arial"/>
                <a:cs typeface="Arial"/>
              </a:defRPr>
            </a:lvl2pPr>
            <a:lvl3pPr algn="l">
              <a:defRPr sz="975" b="1">
                <a:solidFill>
                  <a:srgbClr val="B9B1FF"/>
                </a:solidFill>
                <a:latin typeface="Arial"/>
                <a:ea typeface="Arial"/>
                <a:cs typeface="Arial"/>
              </a:defRPr>
            </a:lvl3pPr>
            <a:lvl4pPr algn="l">
              <a:defRPr sz="975" b="1">
                <a:solidFill>
                  <a:srgbClr val="B9B1FF"/>
                </a:solidFill>
                <a:latin typeface="Arial"/>
                <a:ea typeface="Arial"/>
                <a:cs typeface="Arial"/>
              </a:defRPr>
            </a:lvl4pPr>
            <a:lvl5pPr algn="l">
              <a:defRPr sz="975" b="1">
                <a:solidFill>
                  <a:srgbClr val="B9B1FF"/>
                </a:solidFill>
                <a:latin typeface="Arial"/>
                <a:ea typeface="Arial"/>
                <a:cs typeface="Arial"/>
              </a:defRPr>
            </a:lvl5pPr>
            <a:lvl6pPr algn="l">
              <a:defRPr sz="975" b="1">
                <a:solidFill>
                  <a:srgbClr val="B9B1FF"/>
                </a:solidFill>
                <a:latin typeface="Arial"/>
                <a:ea typeface="Arial"/>
                <a:cs typeface="Arial"/>
              </a:defRPr>
            </a:lvl6pPr>
            <a:lvl7pPr algn="l">
              <a:defRPr sz="975" b="1">
                <a:solidFill>
                  <a:srgbClr val="B9B1FF"/>
                </a:solidFill>
                <a:latin typeface="Arial"/>
                <a:ea typeface="Arial"/>
                <a:cs typeface="Arial"/>
              </a:defRPr>
            </a:lvl7pPr>
            <a:lvl8pPr algn="l">
              <a:defRPr sz="975" b="1">
                <a:solidFill>
                  <a:srgbClr val="B9B1FF"/>
                </a:solidFill>
                <a:latin typeface="Arial"/>
                <a:ea typeface="Arial"/>
                <a:cs typeface="Arial"/>
              </a:defRPr>
            </a:lvl8pPr>
            <a:lvl9pPr algn="l">
              <a:defRPr sz="975" b="1">
                <a:solidFill>
                  <a:srgbClr val="B9B1FF"/>
                </a:solidFill>
                <a:latin typeface="Arial"/>
                <a:ea typeface="Arial"/>
                <a:cs typeface="Arial"/>
              </a:defRPr>
            </a:lvl9pPr>
          </a:lstStyle>
          <a:p xmlns:a="http://schemas.openxmlformats.org/drawingml/2006/main">
            <a:pPr algn="l">
              <a:defRPr sz="975" b="1">
                <a:solidFill>
                  <a:srgbClr val="B9B1FF"/>
                </a:solidFill>
                <a:latin typeface="Arial"/>
                <a:ea typeface="Arial"/>
                <a:cs typeface="Arial"/>
              </a:defRPr>
            </a:pPr>
            <a:r>
              <a:rPr sz="975" b="1">
                <a:solidFill>
                  <a:srgbClr val="B9B1FF"/>
                </a:solidFill>
                <a:latin typeface="Arial"/>
                <a:ea typeface="Arial"/>
                <a:cs typeface="Arial"/>
              </a:rPr>
              <a:t>RELIABILITY BY DESIGN</a:t>
            </a:r>
          </a:p>
        </p:txBody>
      </p:sp>
      <p:sp>
        <p:nvSpPr>
          <p:cNvPr id="2" name="">
            <a:extLst xmlns:a="http://schemas.openxmlformats.org/drawingml/2006/main">
              <a:ext uri="{FF2B5EF4-FFF2-40B4-BE49-F238E27FC236}">
                <a16:creationId xmlns:a16="http://schemas.microsoft.com/office/drawing/2014/main" id="{874EB9A8-A00B-46E8-ACA6-6CB090A2DF55}"/>
              </a:ext>
            </a:extLst>
          </p:cNvPr>
          <p:cNvSpPr>
            <a:spLocks xmlns:a="http://schemas.openxmlformats.org/drawingml/2006/main" noGrp="1"/>
          </p:cNvSpPr>
          <p:nvPr/>
        </p:nvSpPr>
        <p:spPr>
          <a:xfrm xmlns:a="http://schemas.openxmlformats.org/drawingml/2006/main">
            <a:off x="685800" y="933450"/>
            <a:ext cx="6381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FFFFF"/>
                </a:solidFill>
                <a:latin typeface="Arial"/>
                <a:ea typeface="Arial"/>
                <a:cs typeface="Arial"/>
              </a:defRPr>
            </a:defPPr>
            <a:lvl1pPr algn="l">
              <a:defRPr sz="3450" b="1">
                <a:solidFill>
                  <a:srgbClr val="FFFFFF"/>
                </a:solidFill>
                <a:latin typeface="Arial"/>
                <a:ea typeface="Arial"/>
                <a:cs typeface="Arial"/>
              </a:defRPr>
            </a:lvl1pPr>
            <a:lvl2pPr algn="l">
              <a:defRPr sz="3450" b="1">
                <a:solidFill>
                  <a:srgbClr val="FFFFFF"/>
                </a:solidFill>
                <a:latin typeface="Arial"/>
                <a:ea typeface="Arial"/>
                <a:cs typeface="Arial"/>
              </a:defRPr>
            </a:lvl2pPr>
            <a:lvl3pPr algn="l">
              <a:defRPr sz="3450" b="1">
                <a:solidFill>
                  <a:srgbClr val="FFFFFF"/>
                </a:solidFill>
                <a:latin typeface="Arial"/>
                <a:ea typeface="Arial"/>
                <a:cs typeface="Arial"/>
              </a:defRPr>
            </a:lvl3pPr>
            <a:lvl4pPr algn="l">
              <a:defRPr sz="3450" b="1">
                <a:solidFill>
                  <a:srgbClr val="FFFFFF"/>
                </a:solidFill>
                <a:latin typeface="Arial"/>
                <a:ea typeface="Arial"/>
                <a:cs typeface="Arial"/>
              </a:defRPr>
            </a:lvl4pPr>
            <a:lvl5pPr algn="l">
              <a:defRPr sz="3450" b="1">
                <a:solidFill>
                  <a:srgbClr val="FFFFFF"/>
                </a:solidFill>
                <a:latin typeface="Arial"/>
                <a:ea typeface="Arial"/>
                <a:cs typeface="Arial"/>
              </a:defRPr>
            </a:lvl5pPr>
            <a:lvl6pPr algn="l">
              <a:defRPr sz="3450" b="1">
                <a:solidFill>
                  <a:srgbClr val="FFFFFF"/>
                </a:solidFill>
                <a:latin typeface="Arial"/>
                <a:ea typeface="Arial"/>
                <a:cs typeface="Arial"/>
              </a:defRPr>
            </a:lvl6pPr>
            <a:lvl7pPr algn="l">
              <a:defRPr sz="3450" b="1">
                <a:solidFill>
                  <a:srgbClr val="FFFFFF"/>
                </a:solidFill>
                <a:latin typeface="Arial"/>
                <a:ea typeface="Arial"/>
                <a:cs typeface="Arial"/>
              </a:defRPr>
            </a:lvl7pPr>
            <a:lvl8pPr algn="l">
              <a:defRPr sz="3450" b="1">
                <a:solidFill>
                  <a:srgbClr val="FFFFFF"/>
                </a:solidFill>
                <a:latin typeface="Arial"/>
                <a:ea typeface="Arial"/>
                <a:cs typeface="Arial"/>
              </a:defRPr>
            </a:lvl8pPr>
            <a:lvl9pPr algn="l">
              <a:defRPr sz="3450" b="1">
                <a:solidFill>
                  <a:srgbClr val="FFFFFF"/>
                </a:solidFill>
                <a:latin typeface="Arial"/>
                <a:ea typeface="Arial"/>
                <a:cs typeface="Arial"/>
              </a:defRPr>
            </a:lvl9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A match is a prompt</a:t>
            </a:r>
          </a:p>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for review — not a promise.</a:t>
            </a:r>
          </a:p>
        </p:txBody>
      </p:sp>
      <p:sp>
        <p:nvSpPr>
          <p:cNvPr id="3" name="">
            <a:extLst xmlns:a="http://schemas.openxmlformats.org/drawingml/2006/main">
              <a:ext uri="{FF2B5EF4-FFF2-40B4-BE49-F238E27FC236}">
                <a16:creationId xmlns:a16="http://schemas.microsoft.com/office/drawing/2014/main" id="{462D0F80-8C71-48EA-AA8E-C771224926B4}"/>
              </a:ext>
            </a:extLst>
          </p:cNvPr>
          <p:cNvSpPr>
            <a:spLocks xmlns:a="http://schemas.openxmlformats.org/drawingml/2006/main" noGrp="1"/>
          </p:cNvSpPr>
          <p:nvPr/>
        </p:nvSpPr>
        <p:spPr>
          <a:xfrm xmlns:a="http://schemas.openxmlformats.org/drawingml/2006/main">
            <a:off x="723900" y="2552700"/>
            <a:ext cx="49339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D4D3DF"/>
                </a:solidFill>
                <a:latin typeface="Arial"/>
                <a:ea typeface="Arial"/>
                <a:cs typeface="Arial"/>
              </a:defRPr>
            </a:defPPr>
            <a:lvl1pPr algn="l">
              <a:defRPr sz="1575" b="0">
                <a:solidFill>
                  <a:srgbClr val="D4D3DF"/>
                </a:solidFill>
                <a:latin typeface="Arial"/>
                <a:ea typeface="Arial"/>
                <a:cs typeface="Arial"/>
              </a:defRPr>
            </a:lvl1pPr>
            <a:lvl2pPr algn="l">
              <a:defRPr sz="1575" b="0">
                <a:solidFill>
                  <a:srgbClr val="D4D3DF"/>
                </a:solidFill>
                <a:latin typeface="Arial"/>
                <a:ea typeface="Arial"/>
                <a:cs typeface="Arial"/>
              </a:defRPr>
            </a:lvl2pPr>
            <a:lvl3pPr algn="l">
              <a:defRPr sz="1575" b="0">
                <a:solidFill>
                  <a:srgbClr val="D4D3DF"/>
                </a:solidFill>
                <a:latin typeface="Arial"/>
                <a:ea typeface="Arial"/>
                <a:cs typeface="Arial"/>
              </a:defRPr>
            </a:lvl3pPr>
            <a:lvl4pPr algn="l">
              <a:defRPr sz="1575" b="0">
                <a:solidFill>
                  <a:srgbClr val="D4D3DF"/>
                </a:solidFill>
                <a:latin typeface="Arial"/>
                <a:ea typeface="Arial"/>
                <a:cs typeface="Arial"/>
              </a:defRPr>
            </a:lvl4pPr>
            <a:lvl5pPr algn="l">
              <a:defRPr sz="1575" b="0">
                <a:solidFill>
                  <a:srgbClr val="D4D3DF"/>
                </a:solidFill>
                <a:latin typeface="Arial"/>
                <a:ea typeface="Arial"/>
                <a:cs typeface="Arial"/>
              </a:defRPr>
            </a:lvl5pPr>
            <a:lvl6pPr algn="l">
              <a:defRPr sz="1575" b="0">
                <a:solidFill>
                  <a:srgbClr val="D4D3DF"/>
                </a:solidFill>
                <a:latin typeface="Arial"/>
                <a:ea typeface="Arial"/>
                <a:cs typeface="Arial"/>
              </a:defRPr>
            </a:lvl6pPr>
            <a:lvl7pPr algn="l">
              <a:defRPr sz="1575" b="0">
                <a:solidFill>
                  <a:srgbClr val="D4D3DF"/>
                </a:solidFill>
                <a:latin typeface="Arial"/>
                <a:ea typeface="Arial"/>
                <a:cs typeface="Arial"/>
              </a:defRPr>
            </a:lvl7pPr>
            <a:lvl8pPr algn="l">
              <a:defRPr sz="1575" b="0">
                <a:solidFill>
                  <a:srgbClr val="D4D3DF"/>
                </a:solidFill>
                <a:latin typeface="Arial"/>
                <a:ea typeface="Arial"/>
                <a:cs typeface="Arial"/>
              </a:defRPr>
            </a:lvl8pPr>
            <a:lvl9pPr algn="l">
              <a:defRPr sz="1575" b="0">
                <a:solidFill>
                  <a:srgbClr val="D4D3DF"/>
                </a:solidFill>
                <a:latin typeface="Arial"/>
                <a:ea typeface="Arial"/>
                <a:cs typeface="Arial"/>
              </a:defRPr>
            </a:lvl9pPr>
          </a:lstStyle>
          <a:p xmlns:a="http://schemas.openxmlformats.org/drawingml/2006/main">
            <a:pPr algn="l">
              <a:defRPr sz="1575" b="0">
                <a:solidFill>
                  <a:srgbClr val="D4D3DF"/>
                </a:solidFill>
                <a:latin typeface="Arial"/>
                <a:ea typeface="Arial"/>
                <a:cs typeface="Arial"/>
              </a:defRPr>
            </a:pPr>
            <a:r>
              <a:rPr sz="1575" b="0">
                <a:solidFill>
                  <a:srgbClr val="D4D3DF"/>
                </a:solidFill>
                <a:latin typeface="Arial"/>
                <a:ea typeface="Arial"/>
                <a:cs typeface="Arial"/>
              </a:rPr>
              <a:t>Application automation needs careful status reporting. AutoGrant only marks a run submitted when the provider response includes an explicit confirmation.</a:t>
            </a:r>
          </a:p>
        </p:txBody>
      </p:sp>
      <p:sp>
        <p:nvSpPr>
          <p:cNvPr id="4" name="">
            <a:extLst xmlns:a="http://schemas.openxmlformats.org/drawingml/2006/main">
              <a:ext uri="{FF2B5EF4-FFF2-40B4-BE49-F238E27FC236}">
                <a16:creationId xmlns:a16="http://schemas.microsoft.com/office/drawing/2014/main" id="{F8E0FEE2-05B5-47AD-BF90-22805CCCB147}"/>
              </a:ext>
            </a:extLst>
          </p:cNvPr>
          <p:cNvSpPr>
            <a:spLocks xmlns:a="http://schemas.openxmlformats.org/drawingml/2006/main" noGrp="1"/>
          </p:cNvSpPr>
          <p:nvPr/>
        </p:nvSpPr>
        <p:spPr>
          <a:xfrm xmlns:a="http://schemas.openxmlformats.org/drawingml/2006/main">
            <a:off x="6438900" y="2628900"/>
            <a:ext cx="5010150" cy="9525"/>
          </a:xfrm>
          <a:prstGeom xmlns:a="http://schemas.openxmlformats.org/drawingml/2006/main" prst="rect">
            <a:avLst/>
          </a:prstGeom>
          <a:solidFill xmlns:a="http://schemas.openxmlformats.org/drawingml/2006/main">
            <a:srgbClr val="3A3B5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CC726B9-B9EF-4FBE-87BD-02E26099A201}"/>
              </a:ext>
            </a:extLst>
          </p:cNvPr>
          <p:cNvSpPr>
            <a:spLocks xmlns:a="http://schemas.openxmlformats.org/drawingml/2006/main" noGrp="1"/>
          </p:cNvSpPr>
          <p:nvPr/>
        </p:nvSpPr>
        <p:spPr>
          <a:xfrm xmlns:a="http://schemas.openxmlformats.org/drawingml/2006/main">
            <a:off x="6477000" y="28384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9B1FF"/>
                </a:solidFill>
                <a:latin typeface="Arial"/>
                <a:ea typeface="Arial"/>
                <a:cs typeface="Arial"/>
              </a:defRPr>
            </a:defPPr>
            <a:lvl1pPr algn="l">
              <a:defRPr sz="1350" b="1">
                <a:solidFill>
                  <a:srgbClr val="B9B1FF"/>
                </a:solidFill>
                <a:latin typeface="Arial"/>
                <a:ea typeface="Arial"/>
                <a:cs typeface="Arial"/>
              </a:defRPr>
            </a:lvl1pPr>
            <a:lvl2pPr algn="l">
              <a:defRPr sz="1350" b="1">
                <a:solidFill>
                  <a:srgbClr val="B9B1FF"/>
                </a:solidFill>
                <a:latin typeface="Arial"/>
                <a:ea typeface="Arial"/>
                <a:cs typeface="Arial"/>
              </a:defRPr>
            </a:lvl2pPr>
            <a:lvl3pPr algn="l">
              <a:defRPr sz="1350" b="1">
                <a:solidFill>
                  <a:srgbClr val="B9B1FF"/>
                </a:solidFill>
                <a:latin typeface="Arial"/>
                <a:ea typeface="Arial"/>
                <a:cs typeface="Arial"/>
              </a:defRPr>
            </a:lvl3pPr>
            <a:lvl4pPr algn="l">
              <a:defRPr sz="1350" b="1">
                <a:solidFill>
                  <a:srgbClr val="B9B1FF"/>
                </a:solidFill>
                <a:latin typeface="Arial"/>
                <a:ea typeface="Arial"/>
                <a:cs typeface="Arial"/>
              </a:defRPr>
            </a:lvl4pPr>
            <a:lvl5pPr algn="l">
              <a:defRPr sz="1350" b="1">
                <a:solidFill>
                  <a:srgbClr val="B9B1FF"/>
                </a:solidFill>
                <a:latin typeface="Arial"/>
                <a:ea typeface="Arial"/>
                <a:cs typeface="Arial"/>
              </a:defRPr>
            </a:lvl5pPr>
            <a:lvl6pPr algn="l">
              <a:defRPr sz="1350" b="1">
                <a:solidFill>
                  <a:srgbClr val="B9B1FF"/>
                </a:solidFill>
                <a:latin typeface="Arial"/>
                <a:ea typeface="Arial"/>
                <a:cs typeface="Arial"/>
              </a:defRPr>
            </a:lvl6pPr>
            <a:lvl7pPr algn="l">
              <a:defRPr sz="1350" b="1">
                <a:solidFill>
                  <a:srgbClr val="B9B1FF"/>
                </a:solidFill>
                <a:latin typeface="Arial"/>
                <a:ea typeface="Arial"/>
                <a:cs typeface="Arial"/>
              </a:defRPr>
            </a:lvl7pPr>
            <a:lvl8pPr algn="l">
              <a:defRPr sz="1350" b="1">
                <a:solidFill>
                  <a:srgbClr val="B9B1FF"/>
                </a:solidFill>
                <a:latin typeface="Arial"/>
                <a:ea typeface="Arial"/>
                <a:cs typeface="Arial"/>
              </a:defRPr>
            </a:lvl8pPr>
            <a:lvl9pPr algn="l">
              <a:defRPr sz="1350" b="1">
                <a:solidFill>
                  <a:srgbClr val="B9B1FF"/>
                </a:solidFill>
                <a:latin typeface="Arial"/>
                <a:ea typeface="Arial"/>
                <a:cs typeface="Arial"/>
              </a:defRPr>
            </a:lvl9pPr>
          </a:lstStyle>
          <a:p xmlns:a="http://schemas.openxmlformats.org/drawingml/2006/main">
            <a:pPr algn="l">
              <a:defRPr sz="1350" b="1">
                <a:solidFill>
                  <a:srgbClr val="B9B1FF"/>
                </a:solidFill>
                <a:latin typeface="Arial"/>
                <a:ea typeface="Arial"/>
                <a:cs typeface="Arial"/>
              </a:defRPr>
            </a:pPr>
            <a:r>
              <a:rPr sz="1350" b="1">
                <a:solidFill>
                  <a:srgbClr val="B9B1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2A7AFAB8-A0B4-4B0B-A69A-A3FEED221659}"/>
              </a:ext>
            </a:extLst>
          </p:cNvPr>
          <p:cNvSpPr>
            <a:spLocks xmlns:a="http://schemas.openxmlformats.org/drawingml/2006/main" noGrp="1"/>
          </p:cNvSpPr>
          <p:nvPr/>
        </p:nvSpPr>
        <p:spPr>
          <a:xfrm xmlns:a="http://schemas.openxmlformats.org/drawingml/2006/main">
            <a:off x="7067550" y="28003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C6D3"/>
                </a:solidFill>
                <a:latin typeface="Arial"/>
                <a:ea typeface="Arial"/>
                <a:cs typeface="Arial"/>
              </a:defRPr>
            </a:defPPr>
            <a:lvl1pPr algn="l">
              <a:defRPr sz="1125" b="1">
                <a:solidFill>
                  <a:srgbClr val="C7C6D3"/>
                </a:solidFill>
                <a:latin typeface="Arial"/>
                <a:ea typeface="Arial"/>
                <a:cs typeface="Arial"/>
              </a:defRPr>
            </a:lvl1pPr>
            <a:lvl2pPr algn="l">
              <a:defRPr sz="1125" b="1">
                <a:solidFill>
                  <a:srgbClr val="C7C6D3"/>
                </a:solidFill>
                <a:latin typeface="Arial"/>
                <a:ea typeface="Arial"/>
                <a:cs typeface="Arial"/>
              </a:defRPr>
            </a:lvl2pPr>
            <a:lvl3pPr algn="l">
              <a:defRPr sz="1125" b="1">
                <a:solidFill>
                  <a:srgbClr val="C7C6D3"/>
                </a:solidFill>
                <a:latin typeface="Arial"/>
                <a:ea typeface="Arial"/>
                <a:cs typeface="Arial"/>
              </a:defRPr>
            </a:lvl3pPr>
            <a:lvl4pPr algn="l">
              <a:defRPr sz="1125" b="1">
                <a:solidFill>
                  <a:srgbClr val="C7C6D3"/>
                </a:solidFill>
                <a:latin typeface="Arial"/>
                <a:ea typeface="Arial"/>
                <a:cs typeface="Arial"/>
              </a:defRPr>
            </a:lvl4pPr>
            <a:lvl5pPr algn="l">
              <a:defRPr sz="1125" b="1">
                <a:solidFill>
                  <a:srgbClr val="C7C6D3"/>
                </a:solidFill>
                <a:latin typeface="Arial"/>
                <a:ea typeface="Arial"/>
                <a:cs typeface="Arial"/>
              </a:defRPr>
            </a:lvl5pPr>
            <a:lvl6pPr algn="l">
              <a:defRPr sz="1125" b="1">
                <a:solidFill>
                  <a:srgbClr val="C7C6D3"/>
                </a:solidFill>
                <a:latin typeface="Arial"/>
                <a:ea typeface="Arial"/>
                <a:cs typeface="Arial"/>
              </a:defRPr>
            </a:lvl6pPr>
            <a:lvl7pPr algn="l">
              <a:defRPr sz="1125" b="1">
                <a:solidFill>
                  <a:srgbClr val="C7C6D3"/>
                </a:solidFill>
                <a:latin typeface="Arial"/>
                <a:ea typeface="Arial"/>
                <a:cs typeface="Arial"/>
              </a:defRPr>
            </a:lvl7pPr>
            <a:lvl8pPr algn="l">
              <a:defRPr sz="1125" b="1">
                <a:solidFill>
                  <a:srgbClr val="C7C6D3"/>
                </a:solidFill>
                <a:latin typeface="Arial"/>
                <a:ea typeface="Arial"/>
                <a:cs typeface="Arial"/>
              </a:defRPr>
            </a:lvl8pPr>
            <a:lvl9pPr algn="l">
              <a:defRPr sz="1125" b="1">
                <a:solidFill>
                  <a:srgbClr val="C7C6D3"/>
                </a:solidFill>
                <a:latin typeface="Arial"/>
                <a:ea typeface="Arial"/>
                <a:cs typeface="Arial"/>
              </a:defRPr>
            </a:lvl9pPr>
          </a:lstStyle>
          <a:p xmlns:a="http://schemas.openxmlformats.org/drawingml/2006/main">
            <a:pPr algn="l">
              <a:defRPr sz="1125" b="1">
                <a:solidFill>
                  <a:srgbClr val="C7C6D3"/>
                </a:solidFill>
                <a:latin typeface="Arial"/>
                <a:ea typeface="Arial"/>
                <a:cs typeface="Arial"/>
              </a:defRPr>
            </a:pPr>
            <a:r>
              <a:rPr sz="1125" b="1">
                <a:solidFill>
                  <a:srgbClr val="C7C6D3"/>
                </a:solidFill>
                <a:latin typeface="Arial"/>
                <a:ea typeface="Arial"/>
                <a:cs typeface="Arial"/>
              </a:rPr>
              <a:t>FOUNDER REVIEW</a:t>
            </a:r>
          </a:p>
        </p:txBody>
      </p:sp>
      <p:sp>
        <p:nvSpPr>
          <p:cNvPr id="7" name="">
            <a:extLst xmlns:a="http://schemas.openxmlformats.org/drawingml/2006/main">
              <a:ext uri="{FF2B5EF4-FFF2-40B4-BE49-F238E27FC236}">
                <a16:creationId xmlns:a16="http://schemas.microsoft.com/office/drawing/2014/main" id="{295A4E56-94F9-4F25-AC81-EDF75A8DF51A}"/>
              </a:ext>
            </a:extLst>
          </p:cNvPr>
          <p:cNvSpPr>
            <a:spLocks xmlns:a="http://schemas.openxmlformats.org/drawingml/2006/main" noGrp="1"/>
          </p:cNvSpPr>
          <p:nvPr/>
        </p:nvSpPr>
        <p:spPr>
          <a:xfrm xmlns:a="http://schemas.openxmlformats.org/drawingml/2006/main">
            <a:off x="7067550" y="3105150"/>
            <a:ext cx="426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Edit and approve answers before a run.</a:t>
            </a:r>
          </a:p>
        </p:txBody>
      </p:sp>
      <p:sp>
        <p:nvSpPr>
          <p:cNvPr id="8" name="">
            <a:extLst xmlns:a="http://schemas.openxmlformats.org/drawingml/2006/main">
              <a:ext uri="{FF2B5EF4-FFF2-40B4-BE49-F238E27FC236}">
                <a16:creationId xmlns:a16="http://schemas.microsoft.com/office/drawing/2014/main" id="{60F3F752-96E1-4D29-9A59-E2EB4092D945}"/>
              </a:ext>
            </a:extLst>
          </p:cNvPr>
          <p:cNvSpPr>
            <a:spLocks xmlns:a="http://schemas.openxmlformats.org/drawingml/2006/main" noGrp="1"/>
          </p:cNvSpPr>
          <p:nvPr/>
        </p:nvSpPr>
        <p:spPr>
          <a:xfrm xmlns:a="http://schemas.openxmlformats.org/drawingml/2006/main">
            <a:off x="6438900" y="3695700"/>
            <a:ext cx="5010150" cy="9525"/>
          </a:xfrm>
          <a:prstGeom xmlns:a="http://schemas.openxmlformats.org/drawingml/2006/main" prst="rect">
            <a:avLst/>
          </a:prstGeom>
          <a:solidFill xmlns:a="http://schemas.openxmlformats.org/drawingml/2006/main">
            <a:srgbClr val="3A3B5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68D5EBD-F155-4CF6-9616-1FC5B33C56EC}"/>
              </a:ext>
            </a:extLst>
          </p:cNvPr>
          <p:cNvSpPr>
            <a:spLocks xmlns:a="http://schemas.openxmlformats.org/drawingml/2006/main" noGrp="1"/>
          </p:cNvSpPr>
          <p:nvPr/>
        </p:nvSpPr>
        <p:spPr>
          <a:xfrm xmlns:a="http://schemas.openxmlformats.org/drawingml/2006/main">
            <a:off x="6477000" y="3905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75D5C4"/>
                </a:solidFill>
                <a:latin typeface="Arial"/>
                <a:ea typeface="Arial"/>
                <a:cs typeface="Arial"/>
              </a:defRPr>
            </a:defPPr>
            <a:lvl1pPr algn="l">
              <a:defRPr sz="1350" b="1">
                <a:solidFill>
                  <a:srgbClr val="75D5C4"/>
                </a:solidFill>
                <a:latin typeface="Arial"/>
                <a:ea typeface="Arial"/>
                <a:cs typeface="Arial"/>
              </a:defRPr>
            </a:lvl1pPr>
            <a:lvl2pPr algn="l">
              <a:defRPr sz="1350" b="1">
                <a:solidFill>
                  <a:srgbClr val="75D5C4"/>
                </a:solidFill>
                <a:latin typeface="Arial"/>
                <a:ea typeface="Arial"/>
                <a:cs typeface="Arial"/>
              </a:defRPr>
            </a:lvl2pPr>
            <a:lvl3pPr algn="l">
              <a:defRPr sz="1350" b="1">
                <a:solidFill>
                  <a:srgbClr val="75D5C4"/>
                </a:solidFill>
                <a:latin typeface="Arial"/>
                <a:ea typeface="Arial"/>
                <a:cs typeface="Arial"/>
              </a:defRPr>
            </a:lvl3pPr>
            <a:lvl4pPr algn="l">
              <a:defRPr sz="1350" b="1">
                <a:solidFill>
                  <a:srgbClr val="75D5C4"/>
                </a:solidFill>
                <a:latin typeface="Arial"/>
                <a:ea typeface="Arial"/>
                <a:cs typeface="Arial"/>
              </a:defRPr>
            </a:lvl4pPr>
            <a:lvl5pPr algn="l">
              <a:defRPr sz="1350" b="1">
                <a:solidFill>
                  <a:srgbClr val="75D5C4"/>
                </a:solidFill>
                <a:latin typeface="Arial"/>
                <a:ea typeface="Arial"/>
                <a:cs typeface="Arial"/>
              </a:defRPr>
            </a:lvl5pPr>
            <a:lvl6pPr algn="l">
              <a:defRPr sz="1350" b="1">
                <a:solidFill>
                  <a:srgbClr val="75D5C4"/>
                </a:solidFill>
                <a:latin typeface="Arial"/>
                <a:ea typeface="Arial"/>
                <a:cs typeface="Arial"/>
              </a:defRPr>
            </a:lvl6pPr>
            <a:lvl7pPr algn="l">
              <a:defRPr sz="1350" b="1">
                <a:solidFill>
                  <a:srgbClr val="75D5C4"/>
                </a:solidFill>
                <a:latin typeface="Arial"/>
                <a:ea typeface="Arial"/>
                <a:cs typeface="Arial"/>
              </a:defRPr>
            </a:lvl7pPr>
            <a:lvl8pPr algn="l">
              <a:defRPr sz="1350" b="1">
                <a:solidFill>
                  <a:srgbClr val="75D5C4"/>
                </a:solidFill>
                <a:latin typeface="Arial"/>
                <a:ea typeface="Arial"/>
                <a:cs typeface="Arial"/>
              </a:defRPr>
            </a:lvl8pPr>
            <a:lvl9pPr algn="l">
              <a:defRPr sz="1350" b="1">
                <a:solidFill>
                  <a:srgbClr val="75D5C4"/>
                </a:solidFill>
                <a:latin typeface="Arial"/>
                <a:ea typeface="Arial"/>
                <a:cs typeface="Arial"/>
              </a:defRPr>
            </a:lvl9pPr>
          </a:lstStyle>
          <a:p xmlns:a="http://schemas.openxmlformats.org/drawingml/2006/main">
            <a:pPr algn="l">
              <a:defRPr sz="1350" b="1">
                <a:solidFill>
                  <a:srgbClr val="75D5C4"/>
                </a:solidFill>
                <a:latin typeface="Arial"/>
                <a:ea typeface="Arial"/>
                <a:cs typeface="Arial"/>
              </a:defRPr>
            </a:pPr>
            <a:r>
              <a:rPr sz="1350" b="1">
                <a:solidFill>
                  <a:srgbClr val="75D5C4"/>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2C12B036-AA46-4656-B5DD-0A26F41B8CE0}"/>
              </a:ext>
            </a:extLst>
          </p:cNvPr>
          <p:cNvSpPr>
            <a:spLocks xmlns:a="http://schemas.openxmlformats.org/drawingml/2006/main" noGrp="1"/>
          </p:cNvSpPr>
          <p:nvPr/>
        </p:nvSpPr>
        <p:spPr>
          <a:xfrm xmlns:a="http://schemas.openxmlformats.org/drawingml/2006/main">
            <a:off x="7067550" y="38671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C6D3"/>
                </a:solidFill>
                <a:latin typeface="Arial"/>
                <a:ea typeface="Arial"/>
                <a:cs typeface="Arial"/>
              </a:defRPr>
            </a:defPPr>
            <a:lvl1pPr algn="l">
              <a:defRPr sz="1125" b="1">
                <a:solidFill>
                  <a:srgbClr val="C7C6D3"/>
                </a:solidFill>
                <a:latin typeface="Arial"/>
                <a:ea typeface="Arial"/>
                <a:cs typeface="Arial"/>
              </a:defRPr>
            </a:lvl1pPr>
            <a:lvl2pPr algn="l">
              <a:defRPr sz="1125" b="1">
                <a:solidFill>
                  <a:srgbClr val="C7C6D3"/>
                </a:solidFill>
                <a:latin typeface="Arial"/>
                <a:ea typeface="Arial"/>
                <a:cs typeface="Arial"/>
              </a:defRPr>
            </a:lvl2pPr>
            <a:lvl3pPr algn="l">
              <a:defRPr sz="1125" b="1">
                <a:solidFill>
                  <a:srgbClr val="C7C6D3"/>
                </a:solidFill>
                <a:latin typeface="Arial"/>
                <a:ea typeface="Arial"/>
                <a:cs typeface="Arial"/>
              </a:defRPr>
            </a:lvl3pPr>
            <a:lvl4pPr algn="l">
              <a:defRPr sz="1125" b="1">
                <a:solidFill>
                  <a:srgbClr val="C7C6D3"/>
                </a:solidFill>
                <a:latin typeface="Arial"/>
                <a:ea typeface="Arial"/>
                <a:cs typeface="Arial"/>
              </a:defRPr>
            </a:lvl4pPr>
            <a:lvl5pPr algn="l">
              <a:defRPr sz="1125" b="1">
                <a:solidFill>
                  <a:srgbClr val="C7C6D3"/>
                </a:solidFill>
                <a:latin typeface="Arial"/>
                <a:ea typeface="Arial"/>
                <a:cs typeface="Arial"/>
              </a:defRPr>
            </a:lvl5pPr>
            <a:lvl6pPr algn="l">
              <a:defRPr sz="1125" b="1">
                <a:solidFill>
                  <a:srgbClr val="C7C6D3"/>
                </a:solidFill>
                <a:latin typeface="Arial"/>
                <a:ea typeface="Arial"/>
                <a:cs typeface="Arial"/>
              </a:defRPr>
            </a:lvl6pPr>
            <a:lvl7pPr algn="l">
              <a:defRPr sz="1125" b="1">
                <a:solidFill>
                  <a:srgbClr val="C7C6D3"/>
                </a:solidFill>
                <a:latin typeface="Arial"/>
                <a:ea typeface="Arial"/>
                <a:cs typeface="Arial"/>
              </a:defRPr>
            </a:lvl7pPr>
            <a:lvl8pPr algn="l">
              <a:defRPr sz="1125" b="1">
                <a:solidFill>
                  <a:srgbClr val="C7C6D3"/>
                </a:solidFill>
                <a:latin typeface="Arial"/>
                <a:ea typeface="Arial"/>
                <a:cs typeface="Arial"/>
              </a:defRPr>
            </a:lvl8pPr>
            <a:lvl9pPr algn="l">
              <a:defRPr sz="1125" b="1">
                <a:solidFill>
                  <a:srgbClr val="C7C6D3"/>
                </a:solidFill>
                <a:latin typeface="Arial"/>
                <a:ea typeface="Arial"/>
                <a:cs typeface="Arial"/>
              </a:defRPr>
            </a:lvl9pPr>
          </a:lstStyle>
          <a:p xmlns:a="http://schemas.openxmlformats.org/drawingml/2006/main">
            <a:pPr algn="l">
              <a:defRPr sz="1125" b="1">
                <a:solidFill>
                  <a:srgbClr val="C7C6D3"/>
                </a:solidFill>
                <a:latin typeface="Arial"/>
                <a:ea typeface="Arial"/>
                <a:cs typeface="Arial"/>
              </a:defRPr>
            </a:pPr>
            <a:r>
              <a:rPr sz="1125" b="1">
                <a:solidFill>
                  <a:srgbClr val="C7C6D3"/>
                </a:solidFill>
                <a:latin typeface="Arial"/>
                <a:ea typeface="Arial"/>
                <a:cs typeface="Arial"/>
              </a:rPr>
              <a:t>EXPLICIT START</a:t>
            </a:r>
          </a:p>
        </p:txBody>
      </p:sp>
      <p:sp>
        <p:nvSpPr>
          <p:cNvPr id="11" name="">
            <a:extLst xmlns:a="http://schemas.openxmlformats.org/drawingml/2006/main">
              <a:ext uri="{FF2B5EF4-FFF2-40B4-BE49-F238E27FC236}">
                <a16:creationId xmlns:a16="http://schemas.microsoft.com/office/drawing/2014/main" id="{F709562F-1C7A-48D4-8597-14E878905013}"/>
              </a:ext>
            </a:extLst>
          </p:cNvPr>
          <p:cNvSpPr>
            <a:spLocks xmlns:a="http://schemas.openxmlformats.org/drawingml/2006/main" noGrp="1"/>
          </p:cNvSpPr>
          <p:nvPr/>
        </p:nvSpPr>
        <p:spPr>
          <a:xfrm xmlns:a="http://schemas.openxmlformats.org/drawingml/2006/main">
            <a:off x="7067550" y="4171950"/>
            <a:ext cx="426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A run starts only after confirmation.</a:t>
            </a:r>
          </a:p>
        </p:txBody>
      </p:sp>
      <p:sp>
        <p:nvSpPr>
          <p:cNvPr id="12" name="">
            <a:extLst xmlns:a="http://schemas.openxmlformats.org/drawingml/2006/main">
              <a:ext uri="{FF2B5EF4-FFF2-40B4-BE49-F238E27FC236}">
                <a16:creationId xmlns:a16="http://schemas.microsoft.com/office/drawing/2014/main" id="{A41CB084-5572-493A-AA86-F52960DB7CC9}"/>
              </a:ext>
            </a:extLst>
          </p:cNvPr>
          <p:cNvSpPr>
            <a:spLocks xmlns:a="http://schemas.openxmlformats.org/drawingml/2006/main" noGrp="1"/>
          </p:cNvSpPr>
          <p:nvPr/>
        </p:nvSpPr>
        <p:spPr>
          <a:xfrm xmlns:a="http://schemas.openxmlformats.org/drawingml/2006/main">
            <a:off x="6438900" y="4762500"/>
            <a:ext cx="5010150" cy="9525"/>
          </a:xfrm>
          <a:prstGeom xmlns:a="http://schemas.openxmlformats.org/drawingml/2006/main" prst="rect">
            <a:avLst/>
          </a:prstGeom>
          <a:solidFill xmlns:a="http://schemas.openxmlformats.org/drawingml/2006/main">
            <a:srgbClr val="3A3B5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0564B38-109B-4F3E-9F73-269B6405F643}"/>
              </a:ext>
            </a:extLst>
          </p:cNvPr>
          <p:cNvSpPr>
            <a:spLocks xmlns:a="http://schemas.openxmlformats.org/drawingml/2006/main" noGrp="1"/>
          </p:cNvSpPr>
          <p:nvPr/>
        </p:nvSpPr>
        <p:spPr>
          <a:xfrm xmlns:a="http://schemas.openxmlformats.org/drawingml/2006/main">
            <a:off x="6477000" y="49720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9B1FF"/>
                </a:solidFill>
                <a:latin typeface="Arial"/>
                <a:ea typeface="Arial"/>
                <a:cs typeface="Arial"/>
              </a:defRPr>
            </a:defPPr>
            <a:lvl1pPr algn="l">
              <a:defRPr sz="1350" b="1">
                <a:solidFill>
                  <a:srgbClr val="B9B1FF"/>
                </a:solidFill>
                <a:latin typeface="Arial"/>
                <a:ea typeface="Arial"/>
                <a:cs typeface="Arial"/>
              </a:defRPr>
            </a:lvl1pPr>
            <a:lvl2pPr algn="l">
              <a:defRPr sz="1350" b="1">
                <a:solidFill>
                  <a:srgbClr val="B9B1FF"/>
                </a:solidFill>
                <a:latin typeface="Arial"/>
                <a:ea typeface="Arial"/>
                <a:cs typeface="Arial"/>
              </a:defRPr>
            </a:lvl2pPr>
            <a:lvl3pPr algn="l">
              <a:defRPr sz="1350" b="1">
                <a:solidFill>
                  <a:srgbClr val="B9B1FF"/>
                </a:solidFill>
                <a:latin typeface="Arial"/>
                <a:ea typeface="Arial"/>
                <a:cs typeface="Arial"/>
              </a:defRPr>
            </a:lvl3pPr>
            <a:lvl4pPr algn="l">
              <a:defRPr sz="1350" b="1">
                <a:solidFill>
                  <a:srgbClr val="B9B1FF"/>
                </a:solidFill>
                <a:latin typeface="Arial"/>
                <a:ea typeface="Arial"/>
                <a:cs typeface="Arial"/>
              </a:defRPr>
            </a:lvl4pPr>
            <a:lvl5pPr algn="l">
              <a:defRPr sz="1350" b="1">
                <a:solidFill>
                  <a:srgbClr val="B9B1FF"/>
                </a:solidFill>
                <a:latin typeface="Arial"/>
                <a:ea typeface="Arial"/>
                <a:cs typeface="Arial"/>
              </a:defRPr>
            </a:lvl5pPr>
            <a:lvl6pPr algn="l">
              <a:defRPr sz="1350" b="1">
                <a:solidFill>
                  <a:srgbClr val="B9B1FF"/>
                </a:solidFill>
                <a:latin typeface="Arial"/>
                <a:ea typeface="Arial"/>
                <a:cs typeface="Arial"/>
              </a:defRPr>
            </a:lvl6pPr>
            <a:lvl7pPr algn="l">
              <a:defRPr sz="1350" b="1">
                <a:solidFill>
                  <a:srgbClr val="B9B1FF"/>
                </a:solidFill>
                <a:latin typeface="Arial"/>
                <a:ea typeface="Arial"/>
                <a:cs typeface="Arial"/>
              </a:defRPr>
            </a:lvl7pPr>
            <a:lvl8pPr algn="l">
              <a:defRPr sz="1350" b="1">
                <a:solidFill>
                  <a:srgbClr val="B9B1FF"/>
                </a:solidFill>
                <a:latin typeface="Arial"/>
                <a:ea typeface="Arial"/>
                <a:cs typeface="Arial"/>
              </a:defRPr>
            </a:lvl8pPr>
            <a:lvl9pPr algn="l">
              <a:defRPr sz="1350" b="1">
                <a:solidFill>
                  <a:srgbClr val="B9B1FF"/>
                </a:solidFill>
                <a:latin typeface="Arial"/>
                <a:ea typeface="Arial"/>
                <a:cs typeface="Arial"/>
              </a:defRPr>
            </a:lvl9pPr>
          </a:lstStyle>
          <a:p xmlns:a="http://schemas.openxmlformats.org/drawingml/2006/main">
            <a:pPr algn="l">
              <a:defRPr sz="1350" b="1">
                <a:solidFill>
                  <a:srgbClr val="B9B1FF"/>
                </a:solidFill>
                <a:latin typeface="Arial"/>
                <a:ea typeface="Arial"/>
                <a:cs typeface="Arial"/>
              </a:defRPr>
            </a:pPr>
            <a:r>
              <a:rPr sz="1350" b="1">
                <a:solidFill>
                  <a:srgbClr val="B9B1F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31EACDAB-C45D-497D-B959-6DB518385537}"/>
              </a:ext>
            </a:extLst>
          </p:cNvPr>
          <p:cNvSpPr>
            <a:spLocks xmlns:a="http://schemas.openxmlformats.org/drawingml/2006/main" noGrp="1"/>
          </p:cNvSpPr>
          <p:nvPr/>
        </p:nvSpPr>
        <p:spPr>
          <a:xfrm xmlns:a="http://schemas.openxmlformats.org/drawingml/2006/main">
            <a:off x="7067550" y="49339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C6D3"/>
                </a:solidFill>
                <a:latin typeface="Arial"/>
                <a:ea typeface="Arial"/>
                <a:cs typeface="Arial"/>
              </a:defRPr>
            </a:defPPr>
            <a:lvl1pPr algn="l">
              <a:defRPr sz="1125" b="1">
                <a:solidFill>
                  <a:srgbClr val="C7C6D3"/>
                </a:solidFill>
                <a:latin typeface="Arial"/>
                <a:ea typeface="Arial"/>
                <a:cs typeface="Arial"/>
              </a:defRPr>
            </a:lvl1pPr>
            <a:lvl2pPr algn="l">
              <a:defRPr sz="1125" b="1">
                <a:solidFill>
                  <a:srgbClr val="C7C6D3"/>
                </a:solidFill>
                <a:latin typeface="Arial"/>
                <a:ea typeface="Arial"/>
                <a:cs typeface="Arial"/>
              </a:defRPr>
            </a:lvl2pPr>
            <a:lvl3pPr algn="l">
              <a:defRPr sz="1125" b="1">
                <a:solidFill>
                  <a:srgbClr val="C7C6D3"/>
                </a:solidFill>
                <a:latin typeface="Arial"/>
                <a:ea typeface="Arial"/>
                <a:cs typeface="Arial"/>
              </a:defRPr>
            </a:lvl3pPr>
            <a:lvl4pPr algn="l">
              <a:defRPr sz="1125" b="1">
                <a:solidFill>
                  <a:srgbClr val="C7C6D3"/>
                </a:solidFill>
                <a:latin typeface="Arial"/>
                <a:ea typeface="Arial"/>
                <a:cs typeface="Arial"/>
              </a:defRPr>
            </a:lvl4pPr>
            <a:lvl5pPr algn="l">
              <a:defRPr sz="1125" b="1">
                <a:solidFill>
                  <a:srgbClr val="C7C6D3"/>
                </a:solidFill>
                <a:latin typeface="Arial"/>
                <a:ea typeface="Arial"/>
                <a:cs typeface="Arial"/>
              </a:defRPr>
            </a:lvl5pPr>
            <a:lvl6pPr algn="l">
              <a:defRPr sz="1125" b="1">
                <a:solidFill>
                  <a:srgbClr val="C7C6D3"/>
                </a:solidFill>
                <a:latin typeface="Arial"/>
                <a:ea typeface="Arial"/>
                <a:cs typeface="Arial"/>
              </a:defRPr>
            </a:lvl6pPr>
            <a:lvl7pPr algn="l">
              <a:defRPr sz="1125" b="1">
                <a:solidFill>
                  <a:srgbClr val="C7C6D3"/>
                </a:solidFill>
                <a:latin typeface="Arial"/>
                <a:ea typeface="Arial"/>
                <a:cs typeface="Arial"/>
              </a:defRPr>
            </a:lvl7pPr>
            <a:lvl8pPr algn="l">
              <a:defRPr sz="1125" b="1">
                <a:solidFill>
                  <a:srgbClr val="C7C6D3"/>
                </a:solidFill>
                <a:latin typeface="Arial"/>
                <a:ea typeface="Arial"/>
                <a:cs typeface="Arial"/>
              </a:defRPr>
            </a:lvl8pPr>
            <a:lvl9pPr algn="l">
              <a:defRPr sz="1125" b="1">
                <a:solidFill>
                  <a:srgbClr val="C7C6D3"/>
                </a:solidFill>
                <a:latin typeface="Arial"/>
                <a:ea typeface="Arial"/>
                <a:cs typeface="Arial"/>
              </a:defRPr>
            </a:lvl9pPr>
          </a:lstStyle>
          <a:p xmlns:a="http://schemas.openxmlformats.org/drawingml/2006/main">
            <a:pPr algn="l">
              <a:defRPr sz="1125" b="1">
                <a:solidFill>
                  <a:srgbClr val="C7C6D3"/>
                </a:solidFill>
                <a:latin typeface="Arial"/>
                <a:ea typeface="Arial"/>
                <a:cs typeface="Arial"/>
              </a:defRPr>
            </a:pPr>
            <a:r>
              <a:rPr sz="1125" b="1">
                <a:solidFill>
                  <a:srgbClr val="C7C6D3"/>
                </a:solidFill>
                <a:latin typeface="Arial"/>
                <a:ea typeface="Arial"/>
                <a:cs typeface="Arial"/>
              </a:rPr>
              <a:t>HONEST STATUS</a:t>
            </a:r>
          </a:p>
        </p:txBody>
      </p:sp>
      <p:sp>
        <p:nvSpPr>
          <p:cNvPr id="15" name="">
            <a:extLst xmlns:a="http://schemas.openxmlformats.org/drawingml/2006/main">
              <a:ext uri="{FF2B5EF4-FFF2-40B4-BE49-F238E27FC236}">
                <a16:creationId xmlns:a16="http://schemas.microsoft.com/office/drawing/2014/main" id="{57D8B5AC-71FD-4128-BDD9-ECABBE9D12E5}"/>
              </a:ext>
            </a:extLst>
          </p:cNvPr>
          <p:cNvSpPr>
            <a:spLocks xmlns:a="http://schemas.openxmlformats.org/drawingml/2006/main" noGrp="1"/>
          </p:cNvSpPr>
          <p:nvPr/>
        </p:nvSpPr>
        <p:spPr>
          <a:xfrm xmlns:a="http://schemas.openxmlformats.org/drawingml/2006/main">
            <a:off x="7067550" y="5238750"/>
            <a:ext cx="426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Ambiguous outcomes stay unknown until checked.</a:t>
            </a:r>
          </a:p>
        </p:txBody>
      </p:sp>
      <p:sp>
        <p:nvSpPr>
          <p:cNvPr id="16" name="">
            <a:extLst xmlns:a="http://schemas.openxmlformats.org/drawingml/2006/main">
              <a:ext uri="{FF2B5EF4-FFF2-40B4-BE49-F238E27FC236}">
                <a16:creationId xmlns:a16="http://schemas.microsoft.com/office/drawing/2014/main" id="{F9E32FCA-EF63-4BDE-AD24-40107C7D9F38}"/>
              </a:ext>
            </a:extLst>
          </p:cNvPr>
          <p:cNvSpPr>
            <a:spLocks xmlns:a="http://schemas.openxmlformats.org/drawingml/2006/main" noGrp="1"/>
          </p:cNvSpPr>
          <p:nvPr/>
        </p:nvSpPr>
        <p:spPr>
          <a:xfrm xmlns:a="http://schemas.openxmlformats.org/drawingml/2006/main">
            <a:off x="723900" y="53530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75D5C4"/>
                </a:solidFill>
                <a:latin typeface="Arial"/>
                <a:ea typeface="Arial"/>
                <a:cs typeface="Arial"/>
              </a:defRPr>
            </a:defPPr>
            <a:lvl1pPr algn="l">
              <a:defRPr sz="1350" b="1">
                <a:solidFill>
                  <a:srgbClr val="75D5C4"/>
                </a:solidFill>
                <a:latin typeface="Arial"/>
                <a:ea typeface="Arial"/>
                <a:cs typeface="Arial"/>
              </a:defRPr>
            </a:lvl1pPr>
            <a:lvl2pPr algn="l">
              <a:defRPr sz="1350" b="1">
                <a:solidFill>
                  <a:srgbClr val="75D5C4"/>
                </a:solidFill>
                <a:latin typeface="Arial"/>
                <a:ea typeface="Arial"/>
                <a:cs typeface="Arial"/>
              </a:defRPr>
            </a:lvl2pPr>
            <a:lvl3pPr algn="l">
              <a:defRPr sz="1350" b="1">
                <a:solidFill>
                  <a:srgbClr val="75D5C4"/>
                </a:solidFill>
                <a:latin typeface="Arial"/>
                <a:ea typeface="Arial"/>
                <a:cs typeface="Arial"/>
              </a:defRPr>
            </a:lvl3pPr>
            <a:lvl4pPr algn="l">
              <a:defRPr sz="1350" b="1">
                <a:solidFill>
                  <a:srgbClr val="75D5C4"/>
                </a:solidFill>
                <a:latin typeface="Arial"/>
                <a:ea typeface="Arial"/>
                <a:cs typeface="Arial"/>
              </a:defRPr>
            </a:lvl4pPr>
            <a:lvl5pPr algn="l">
              <a:defRPr sz="1350" b="1">
                <a:solidFill>
                  <a:srgbClr val="75D5C4"/>
                </a:solidFill>
                <a:latin typeface="Arial"/>
                <a:ea typeface="Arial"/>
                <a:cs typeface="Arial"/>
              </a:defRPr>
            </a:lvl5pPr>
            <a:lvl6pPr algn="l">
              <a:defRPr sz="1350" b="1">
                <a:solidFill>
                  <a:srgbClr val="75D5C4"/>
                </a:solidFill>
                <a:latin typeface="Arial"/>
                <a:ea typeface="Arial"/>
                <a:cs typeface="Arial"/>
              </a:defRPr>
            </a:lvl6pPr>
            <a:lvl7pPr algn="l">
              <a:defRPr sz="1350" b="1">
                <a:solidFill>
                  <a:srgbClr val="75D5C4"/>
                </a:solidFill>
                <a:latin typeface="Arial"/>
                <a:ea typeface="Arial"/>
                <a:cs typeface="Arial"/>
              </a:defRPr>
            </a:lvl7pPr>
            <a:lvl8pPr algn="l">
              <a:defRPr sz="1350" b="1">
                <a:solidFill>
                  <a:srgbClr val="75D5C4"/>
                </a:solidFill>
                <a:latin typeface="Arial"/>
                <a:ea typeface="Arial"/>
                <a:cs typeface="Arial"/>
              </a:defRPr>
            </a:lvl8pPr>
            <a:lvl9pPr algn="l">
              <a:defRPr sz="1350" b="1">
                <a:solidFill>
                  <a:srgbClr val="75D5C4"/>
                </a:solidFill>
                <a:latin typeface="Arial"/>
                <a:ea typeface="Arial"/>
                <a:cs typeface="Arial"/>
              </a:defRPr>
            </a:lvl9pPr>
          </a:lstStyle>
          <a:p xmlns:a="http://schemas.openxmlformats.org/drawingml/2006/main">
            <a:pPr algn="l">
              <a:defRPr sz="1350" b="1">
                <a:solidFill>
                  <a:srgbClr val="75D5C4"/>
                </a:solidFill>
                <a:latin typeface="Arial"/>
                <a:ea typeface="Arial"/>
                <a:cs typeface="Arial"/>
              </a:defRPr>
            </a:pPr>
            <a:r>
              <a:rPr sz="1350" b="1">
                <a:solidFill>
                  <a:srgbClr val="75D5C4"/>
                </a:solidFill>
                <a:latin typeface="Arial"/>
                <a:ea typeface="Arial"/>
                <a:cs typeface="Arial"/>
              </a:rPr>
              <a:t>AutoGrant does not handle provider passwords or MFA codes.</a:t>
            </a:r>
          </a:p>
        </p:txBody>
      </p:sp>
      <p:sp>
        <p:nvSpPr>
          <p:cNvPr id="17" name="">
            <a:extLst xmlns:a="http://schemas.openxmlformats.org/drawingml/2006/main">
              <a:ext uri="{FF2B5EF4-FFF2-40B4-BE49-F238E27FC236}">
                <a16:creationId xmlns:a16="http://schemas.microsoft.com/office/drawing/2014/main" id="{6FBAEE4E-7540-4301-A166-F029DF56327E}"/>
              </a:ext>
            </a:extLst>
          </p:cNvPr>
          <p:cNvSpPr>
            <a:spLocks xmlns:a="http://schemas.openxmlformats.org/drawingml/2006/main" noGrp="1"/>
          </p:cNvSpPr>
          <p:nvPr/>
        </p:nvSpPr>
        <p:spPr>
          <a:xfrm xmlns:a="http://schemas.openxmlformats.org/drawingml/2006/main">
            <a:off x="609600" y="64579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4C4D0"/>
                </a:solidFill>
                <a:latin typeface="Arial"/>
                <a:ea typeface="Arial"/>
                <a:cs typeface="Arial"/>
              </a:defRPr>
            </a:defPPr>
            <a:lvl1pPr algn="l">
              <a:defRPr sz="900" b="1">
                <a:solidFill>
                  <a:srgbClr val="C4C4D0"/>
                </a:solidFill>
                <a:latin typeface="Arial"/>
                <a:ea typeface="Arial"/>
                <a:cs typeface="Arial"/>
              </a:defRPr>
            </a:lvl1pPr>
            <a:lvl2pPr algn="l">
              <a:defRPr sz="900" b="1">
                <a:solidFill>
                  <a:srgbClr val="C4C4D0"/>
                </a:solidFill>
                <a:latin typeface="Arial"/>
                <a:ea typeface="Arial"/>
                <a:cs typeface="Arial"/>
              </a:defRPr>
            </a:lvl2pPr>
            <a:lvl3pPr algn="l">
              <a:defRPr sz="900" b="1">
                <a:solidFill>
                  <a:srgbClr val="C4C4D0"/>
                </a:solidFill>
                <a:latin typeface="Arial"/>
                <a:ea typeface="Arial"/>
                <a:cs typeface="Arial"/>
              </a:defRPr>
            </a:lvl3pPr>
            <a:lvl4pPr algn="l">
              <a:defRPr sz="900" b="1">
                <a:solidFill>
                  <a:srgbClr val="C4C4D0"/>
                </a:solidFill>
                <a:latin typeface="Arial"/>
                <a:ea typeface="Arial"/>
                <a:cs typeface="Arial"/>
              </a:defRPr>
            </a:lvl4pPr>
            <a:lvl5pPr algn="l">
              <a:defRPr sz="900" b="1">
                <a:solidFill>
                  <a:srgbClr val="C4C4D0"/>
                </a:solidFill>
                <a:latin typeface="Arial"/>
                <a:ea typeface="Arial"/>
                <a:cs typeface="Arial"/>
              </a:defRPr>
            </a:lvl5pPr>
            <a:lvl6pPr algn="l">
              <a:defRPr sz="900" b="1">
                <a:solidFill>
                  <a:srgbClr val="C4C4D0"/>
                </a:solidFill>
                <a:latin typeface="Arial"/>
                <a:ea typeface="Arial"/>
                <a:cs typeface="Arial"/>
              </a:defRPr>
            </a:lvl6pPr>
            <a:lvl7pPr algn="l">
              <a:defRPr sz="900" b="1">
                <a:solidFill>
                  <a:srgbClr val="C4C4D0"/>
                </a:solidFill>
                <a:latin typeface="Arial"/>
                <a:ea typeface="Arial"/>
                <a:cs typeface="Arial"/>
              </a:defRPr>
            </a:lvl7pPr>
            <a:lvl8pPr algn="l">
              <a:defRPr sz="900" b="1">
                <a:solidFill>
                  <a:srgbClr val="C4C4D0"/>
                </a:solidFill>
                <a:latin typeface="Arial"/>
                <a:ea typeface="Arial"/>
                <a:cs typeface="Arial"/>
              </a:defRPr>
            </a:lvl8pPr>
            <a:lvl9pPr algn="l">
              <a:defRPr sz="900" b="1">
                <a:solidFill>
                  <a:srgbClr val="C4C4D0"/>
                </a:solidFill>
                <a:latin typeface="Arial"/>
                <a:ea typeface="Arial"/>
                <a:cs typeface="Arial"/>
              </a:defRPr>
            </a:lvl9pPr>
          </a:lstStyle>
          <a:p xmlns:a="http://schemas.openxmlformats.org/drawingml/2006/main">
            <a:pPr algn="l">
              <a:defRPr sz="900" b="1">
                <a:solidFill>
                  <a:srgbClr val="C4C4D0"/>
                </a:solidFill>
                <a:latin typeface="Arial"/>
                <a:ea typeface="Arial"/>
                <a:cs typeface="Arial"/>
              </a:defRPr>
            </a:pPr>
            <a:r>
              <a:rPr sz="900" b="1">
                <a:solidFill>
                  <a:srgbClr val="C4C4D0"/>
                </a:solidFill>
                <a:latin typeface="Arial"/>
                <a:ea typeface="Arial"/>
                <a:cs typeface="Arial"/>
              </a:rPr>
              <a:t>AUTOGRANT  /  PROJECT OVERVIEW</a:t>
            </a:r>
          </a:p>
        </p:txBody>
      </p:sp>
      <p:sp>
        <p:nvSpPr>
          <p:cNvPr id="18" name="">
            <a:extLst xmlns:a="http://schemas.openxmlformats.org/drawingml/2006/main">
              <a:ext uri="{FF2B5EF4-FFF2-40B4-BE49-F238E27FC236}">
                <a16:creationId xmlns:a16="http://schemas.microsoft.com/office/drawing/2014/main" id="{3273493B-8DE7-4BE7-A2B4-18DCB492EAF3}"/>
              </a:ext>
            </a:extLst>
          </p:cNvPr>
          <p:cNvSpPr>
            <a:spLocks xmlns:a="http://schemas.openxmlformats.org/drawingml/2006/main" noGrp="1"/>
          </p:cNvSpPr>
          <p:nvPr/>
        </p:nvSpPr>
        <p:spPr>
          <a:xfrm xmlns:a="http://schemas.openxmlformats.org/drawingml/2006/main">
            <a:off x="11334750" y="64389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C4C4D0"/>
                </a:solidFill>
                <a:latin typeface="Arial"/>
                <a:ea typeface="Arial"/>
                <a:cs typeface="Arial"/>
              </a:defRPr>
            </a:defPPr>
            <a:lvl1pPr algn="r">
              <a:defRPr sz="900" b="1">
                <a:solidFill>
                  <a:srgbClr val="C4C4D0"/>
                </a:solidFill>
                <a:latin typeface="Arial"/>
                <a:ea typeface="Arial"/>
                <a:cs typeface="Arial"/>
              </a:defRPr>
            </a:lvl1pPr>
            <a:lvl2pPr algn="r">
              <a:defRPr sz="900" b="1">
                <a:solidFill>
                  <a:srgbClr val="C4C4D0"/>
                </a:solidFill>
                <a:latin typeface="Arial"/>
                <a:ea typeface="Arial"/>
                <a:cs typeface="Arial"/>
              </a:defRPr>
            </a:lvl2pPr>
            <a:lvl3pPr algn="r">
              <a:defRPr sz="900" b="1">
                <a:solidFill>
                  <a:srgbClr val="C4C4D0"/>
                </a:solidFill>
                <a:latin typeface="Arial"/>
                <a:ea typeface="Arial"/>
                <a:cs typeface="Arial"/>
              </a:defRPr>
            </a:lvl3pPr>
            <a:lvl4pPr algn="r">
              <a:defRPr sz="900" b="1">
                <a:solidFill>
                  <a:srgbClr val="C4C4D0"/>
                </a:solidFill>
                <a:latin typeface="Arial"/>
                <a:ea typeface="Arial"/>
                <a:cs typeface="Arial"/>
              </a:defRPr>
            </a:lvl4pPr>
            <a:lvl5pPr algn="r">
              <a:defRPr sz="900" b="1">
                <a:solidFill>
                  <a:srgbClr val="C4C4D0"/>
                </a:solidFill>
                <a:latin typeface="Arial"/>
                <a:ea typeface="Arial"/>
                <a:cs typeface="Arial"/>
              </a:defRPr>
            </a:lvl5pPr>
            <a:lvl6pPr algn="r">
              <a:defRPr sz="900" b="1">
                <a:solidFill>
                  <a:srgbClr val="C4C4D0"/>
                </a:solidFill>
                <a:latin typeface="Arial"/>
                <a:ea typeface="Arial"/>
                <a:cs typeface="Arial"/>
              </a:defRPr>
            </a:lvl6pPr>
            <a:lvl7pPr algn="r">
              <a:defRPr sz="900" b="1">
                <a:solidFill>
                  <a:srgbClr val="C4C4D0"/>
                </a:solidFill>
                <a:latin typeface="Arial"/>
                <a:ea typeface="Arial"/>
                <a:cs typeface="Arial"/>
              </a:defRPr>
            </a:lvl7pPr>
            <a:lvl8pPr algn="r">
              <a:defRPr sz="900" b="1">
                <a:solidFill>
                  <a:srgbClr val="C4C4D0"/>
                </a:solidFill>
                <a:latin typeface="Arial"/>
                <a:ea typeface="Arial"/>
                <a:cs typeface="Arial"/>
              </a:defRPr>
            </a:lvl8pPr>
            <a:lvl9pPr algn="r">
              <a:defRPr sz="900" b="1">
                <a:solidFill>
                  <a:srgbClr val="C4C4D0"/>
                </a:solidFill>
                <a:latin typeface="Arial"/>
                <a:ea typeface="Arial"/>
                <a:cs typeface="Arial"/>
              </a:defRPr>
            </a:lvl9pPr>
          </a:lstStyle>
          <a:p xmlns:a="http://schemas.openxmlformats.org/drawingml/2006/main">
            <a:pPr algn="r">
              <a:defRPr sz="900" b="1">
                <a:solidFill>
                  <a:srgbClr val="C4C4D0"/>
                </a:solidFill>
                <a:latin typeface="Arial"/>
                <a:ea typeface="Arial"/>
                <a:cs typeface="Arial"/>
              </a:defRPr>
            </a:pPr>
            <a:r>
              <a:rPr sz="900" b="1">
                <a:solidFill>
                  <a:srgbClr val="C4C4D0"/>
                </a:solidFill>
                <a:latin typeface="Arial"/>
                <a:ea typeface="Arial"/>
                <a:cs typeface="Arial"/>
              </a:rPr>
              <a:t>06</a:t>
            </a:r>
          </a:p>
        </p:txBody>
      </p:sp>
    </p:spTree>
    <p:extLst>
      <p:ext uri="{BB962C8B-B14F-4D97-AF65-F5344CB8AC3E}">
        <p14:creationId xmlns:p14="http://schemas.microsoft.com/office/powerpoint/2010/main" val="10567387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C5EBB3E-69AF-49A4-BDF3-4115D2E1CF4C}"/>
              </a:ext>
            </a:extLst>
          </p:cNvPr>
          <p:cNvSpPr>
            <a:spLocks xmlns:a="http://schemas.openxmlformats.org/drawingml/2006/main" noGrp="1"/>
          </p:cNvSpPr>
          <p:nvPr/>
        </p:nvSpPr>
        <p:spPr>
          <a:xfrm xmlns:a="http://schemas.openxmlformats.org/drawingml/2006/main">
            <a:off x="685800" y="400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554E8"/>
                </a:solidFill>
                <a:latin typeface="Arial"/>
                <a:ea typeface="Arial"/>
                <a:cs typeface="Arial"/>
              </a:defRPr>
            </a:defPPr>
            <a:lvl1pPr algn="l">
              <a:defRPr sz="975" b="1">
                <a:solidFill>
                  <a:srgbClr val="6554E8"/>
                </a:solidFill>
                <a:latin typeface="Arial"/>
                <a:ea typeface="Arial"/>
                <a:cs typeface="Arial"/>
              </a:defRPr>
            </a:lvl1pPr>
            <a:lvl2pPr algn="l">
              <a:defRPr sz="975" b="1">
                <a:solidFill>
                  <a:srgbClr val="6554E8"/>
                </a:solidFill>
                <a:latin typeface="Arial"/>
                <a:ea typeface="Arial"/>
                <a:cs typeface="Arial"/>
              </a:defRPr>
            </a:lvl2pPr>
            <a:lvl3pPr algn="l">
              <a:defRPr sz="975" b="1">
                <a:solidFill>
                  <a:srgbClr val="6554E8"/>
                </a:solidFill>
                <a:latin typeface="Arial"/>
                <a:ea typeface="Arial"/>
                <a:cs typeface="Arial"/>
              </a:defRPr>
            </a:lvl3pPr>
            <a:lvl4pPr algn="l">
              <a:defRPr sz="975" b="1">
                <a:solidFill>
                  <a:srgbClr val="6554E8"/>
                </a:solidFill>
                <a:latin typeface="Arial"/>
                <a:ea typeface="Arial"/>
                <a:cs typeface="Arial"/>
              </a:defRPr>
            </a:lvl4pPr>
            <a:lvl5pPr algn="l">
              <a:defRPr sz="975" b="1">
                <a:solidFill>
                  <a:srgbClr val="6554E8"/>
                </a:solidFill>
                <a:latin typeface="Arial"/>
                <a:ea typeface="Arial"/>
                <a:cs typeface="Arial"/>
              </a:defRPr>
            </a:lvl5pPr>
            <a:lvl6pPr algn="l">
              <a:defRPr sz="975" b="1">
                <a:solidFill>
                  <a:srgbClr val="6554E8"/>
                </a:solidFill>
                <a:latin typeface="Arial"/>
                <a:ea typeface="Arial"/>
                <a:cs typeface="Arial"/>
              </a:defRPr>
            </a:lvl6pPr>
            <a:lvl7pPr algn="l">
              <a:defRPr sz="975" b="1">
                <a:solidFill>
                  <a:srgbClr val="6554E8"/>
                </a:solidFill>
                <a:latin typeface="Arial"/>
                <a:ea typeface="Arial"/>
                <a:cs typeface="Arial"/>
              </a:defRPr>
            </a:lvl7pPr>
            <a:lvl8pPr algn="l">
              <a:defRPr sz="975" b="1">
                <a:solidFill>
                  <a:srgbClr val="6554E8"/>
                </a:solidFill>
                <a:latin typeface="Arial"/>
                <a:ea typeface="Arial"/>
                <a:cs typeface="Arial"/>
              </a:defRPr>
            </a:lvl8pPr>
            <a:lvl9pPr algn="l">
              <a:defRPr sz="975" b="1">
                <a:solidFill>
                  <a:srgbClr val="6554E8"/>
                </a:solidFill>
                <a:latin typeface="Arial"/>
                <a:ea typeface="Arial"/>
                <a:cs typeface="Arial"/>
              </a:defRPr>
            </a:lvl9pPr>
          </a:lstStyle>
          <a:p xmlns:a="http://schemas.openxmlformats.org/drawingml/2006/main">
            <a:pPr algn="l">
              <a:defRPr sz="975" b="1">
                <a:solidFill>
                  <a:srgbClr val="6554E8"/>
                </a:solidFill>
                <a:latin typeface="Arial"/>
                <a:ea typeface="Arial"/>
                <a:cs typeface="Arial"/>
              </a:defRPr>
            </a:pPr>
            <a:r>
              <a:rPr sz="975" b="1">
                <a:solidFill>
                  <a:srgbClr val="6554E8"/>
                </a:solidFill>
                <a:latin typeface="Arial"/>
                <a:ea typeface="Arial"/>
                <a:cs typeface="Arial"/>
              </a:rPr>
              <a:t>CURRENT STATE</a:t>
            </a:r>
          </a:p>
        </p:txBody>
      </p:sp>
      <p:sp>
        <p:nvSpPr>
          <p:cNvPr id="2" name="">
            <a:extLst xmlns:a="http://schemas.openxmlformats.org/drawingml/2006/main">
              <a:ext uri="{FF2B5EF4-FFF2-40B4-BE49-F238E27FC236}">
                <a16:creationId xmlns:a16="http://schemas.microsoft.com/office/drawing/2014/main" id="{D63BFF02-D5BD-4D43-942F-593639805D22}"/>
              </a:ext>
            </a:extLst>
          </p:cNvPr>
          <p:cNvSpPr>
            <a:spLocks xmlns:a="http://schemas.openxmlformats.org/drawingml/2006/main" noGrp="1"/>
          </p:cNvSpPr>
          <p:nvPr/>
        </p:nvSpPr>
        <p:spPr>
          <a:xfrm xmlns:a="http://schemas.openxmlformats.org/drawingml/2006/main">
            <a:off x="685800" y="78105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7182A"/>
                </a:solidFill>
                <a:latin typeface="Arial"/>
                <a:ea typeface="Arial"/>
                <a:cs typeface="Arial"/>
              </a:defRPr>
            </a:defPPr>
            <a:lvl1pPr algn="l">
              <a:defRPr sz="3150" b="1">
                <a:solidFill>
                  <a:srgbClr val="17182A"/>
                </a:solidFill>
                <a:latin typeface="Arial"/>
                <a:ea typeface="Arial"/>
                <a:cs typeface="Arial"/>
              </a:defRPr>
            </a:lvl1pPr>
            <a:lvl2pPr algn="l">
              <a:defRPr sz="3150" b="1">
                <a:solidFill>
                  <a:srgbClr val="17182A"/>
                </a:solidFill>
                <a:latin typeface="Arial"/>
                <a:ea typeface="Arial"/>
                <a:cs typeface="Arial"/>
              </a:defRPr>
            </a:lvl2pPr>
            <a:lvl3pPr algn="l">
              <a:defRPr sz="3150" b="1">
                <a:solidFill>
                  <a:srgbClr val="17182A"/>
                </a:solidFill>
                <a:latin typeface="Arial"/>
                <a:ea typeface="Arial"/>
                <a:cs typeface="Arial"/>
              </a:defRPr>
            </a:lvl3pPr>
            <a:lvl4pPr algn="l">
              <a:defRPr sz="3150" b="1">
                <a:solidFill>
                  <a:srgbClr val="17182A"/>
                </a:solidFill>
                <a:latin typeface="Arial"/>
                <a:ea typeface="Arial"/>
                <a:cs typeface="Arial"/>
              </a:defRPr>
            </a:lvl4pPr>
            <a:lvl5pPr algn="l">
              <a:defRPr sz="3150" b="1">
                <a:solidFill>
                  <a:srgbClr val="17182A"/>
                </a:solidFill>
                <a:latin typeface="Arial"/>
                <a:ea typeface="Arial"/>
                <a:cs typeface="Arial"/>
              </a:defRPr>
            </a:lvl5pPr>
            <a:lvl6pPr algn="l">
              <a:defRPr sz="3150" b="1">
                <a:solidFill>
                  <a:srgbClr val="17182A"/>
                </a:solidFill>
                <a:latin typeface="Arial"/>
                <a:ea typeface="Arial"/>
                <a:cs typeface="Arial"/>
              </a:defRPr>
            </a:lvl6pPr>
            <a:lvl7pPr algn="l">
              <a:defRPr sz="3150" b="1">
                <a:solidFill>
                  <a:srgbClr val="17182A"/>
                </a:solidFill>
                <a:latin typeface="Arial"/>
                <a:ea typeface="Arial"/>
                <a:cs typeface="Arial"/>
              </a:defRPr>
            </a:lvl7pPr>
            <a:lvl8pPr algn="l">
              <a:defRPr sz="3150" b="1">
                <a:solidFill>
                  <a:srgbClr val="17182A"/>
                </a:solidFill>
                <a:latin typeface="Arial"/>
                <a:ea typeface="Arial"/>
                <a:cs typeface="Arial"/>
              </a:defRPr>
            </a:lvl8pPr>
            <a:lvl9pPr algn="l">
              <a:defRPr sz="3150" b="1">
                <a:solidFill>
                  <a:srgbClr val="17182A"/>
                </a:solidFill>
                <a:latin typeface="Arial"/>
                <a:ea typeface="Arial"/>
                <a:cs typeface="Arial"/>
              </a:defRPr>
            </a:lvl9pPr>
          </a:lstStyle>
          <a:p xmlns:a="http://schemas.openxmlformats.org/drawingml/2006/main">
            <a:pPr algn="l">
              <a:defRPr sz="3150" b="1">
                <a:solidFill>
                  <a:srgbClr val="17182A"/>
                </a:solidFill>
                <a:latin typeface="Arial"/>
                <a:ea typeface="Arial"/>
                <a:cs typeface="Arial"/>
              </a:defRPr>
            </a:pPr>
            <a:r>
              <a:rPr sz="3150" b="1">
                <a:solidFill>
                  <a:srgbClr val="17182A"/>
                </a:solidFill>
                <a:latin typeface="Arial"/>
                <a:ea typeface="Arial"/>
                <a:cs typeface="Arial"/>
              </a:rPr>
              <a:t>A working prototype — not yet launch-ready</a:t>
            </a:r>
          </a:p>
        </p:txBody>
      </p:sp>
      <p:sp>
        <p:nvSpPr>
          <p:cNvPr id="3" name="">
            <a:extLst xmlns:a="http://schemas.openxmlformats.org/drawingml/2006/main">
              <a:ext uri="{FF2B5EF4-FFF2-40B4-BE49-F238E27FC236}">
                <a16:creationId xmlns:a16="http://schemas.microsoft.com/office/drawing/2014/main" id="{33B0BF85-5E82-4C73-AFF3-637AB7CAE97A}"/>
              </a:ext>
            </a:extLst>
          </p:cNvPr>
          <p:cNvSpPr>
            <a:spLocks xmlns:a="http://schemas.openxmlformats.org/drawingml/2006/main" noGrp="1"/>
          </p:cNvSpPr>
          <p:nvPr/>
        </p:nvSpPr>
        <p:spPr>
          <a:xfrm xmlns:a="http://schemas.openxmlformats.org/drawingml/2006/main">
            <a:off x="704850" y="15049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A6B7E"/>
                </a:solidFill>
                <a:latin typeface="Arial"/>
                <a:ea typeface="Arial"/>
                <a:cs typeface="Arial"/>
              </a:defRPr>
            </a:defPPr>
            <a:lvl1pPr algn="l">
              <a:defRPr sz="1575" b="0">
                <a:solidFill>
                  <a:srgbClr val="6A6B7E"/>
                </a:solidFill>
                <a:latin typeface="Arial"/>
                <a:ea typeface="Arial"/>
                <a:cs typeface="Arial"/>
              </a:defRPr>
            </a:lvl1pPr>
            <a:lvl2pPr algn="l">
              <a:defRPr sz="1575" b="0">
                <a:solidFill>
                  <a:srgbClr val="6A6B7E"/>
                </a:solidFill>
                <a:latin typeface="Arial"/>
                <a:ea typeface="Arial"/>
                <a:cs typeface="Arial"/>
              </a:defRPr>
            </a:lvl2pPr>
            <a:lvl3pPr algn="l">
              <a:defRPr sz="1575" b="0">
                <a:solidFill>
                  <a:srgbClr val="6A6B7E"/>
                </a:solidFill>
                <a:latin typeface="Arial"/>
                <a:ea typeface="Arial"/>
                <a:cs typeface="Arial"/>
              </a:defRPr>
            </a:lvl3pPr>
            <a:lvl4pPr algn="l">
              <a:defRPr sz="1575" b="0">
                <a:solidFill>
                  <a:srgbClr val="6A6B7E"/>
                </a:solidFill>
                <a:latin typeface="Arial"/>
                <a:ea typeface="Arial"/>
                <a:cs typeface="Arial"/>
              </a:defRPr>
            </a:lvl4pPr>
            <a:lvl5pPr algn="l">
              <a:defRPr sz="1575" b="0">
                <a:solidFill>
                  <a:srgbClr val="6A6B7E"/>
                </a:solidFill>
                <a:latin typeface="Arial"/>
                <a:ea typeface="Arial"/>
                <a:cs typeface="Arial"/>
              </a:defRPr>
            </a:lvl5pPr>
            <a:lvl6pPr algn="l">
              <a:defRPr sz="1575" b="0">
                <a:solidFill>
                  <a:srgbClr val="6A6B7E"/>
                </a:solidFill>
                <a:latin typeface="Arial"/>
                <a:ea typeface="Arial"/>
                <a:cs typeface="Arial"/>
              </a:defRPr>
            </a:lvl6pPr>
            <a:lvl7pPr algn="l">
              <a:defRPr sz="1575" b="0">
                <a:solidFill>
                  <a:srgbClr val="6A6B7E"/>
                </a:solidFill>
                <a:latin typeface="Arial"/>
                <a:ea typeface="Arial"/>
                <a:cs typeface="Arial"/>
              </a:defRPr>
            </a:lvl7pPr>
            <a:lvl8pPr algn="l">
              <a:defRPr sz="1575" b="0">
                <a:solidFill>
                  <a:srgbClr val="6A6B7E"/>
                </a:solidFill>
                <a:latin typeface="Arial"/>
                <a:ea typeface="Arial"/>
                <a:cs typeface="Arial"/>
              </a:defRPr>
            </a:lvl8pPr>
            <a:lvl9pPr algn="l">
              <a:defRPr sz="1575" b="0">
                <a:solidFill>
                  <a:srgbClr val="6A6B7E"/>
                </a:solidFill>
                <a:latin typeface="Arial"/>
                <a:ea typeface="Arial"/>
                <a:cs typeface="Arial"/>
              </a:defRPr>
            </a:lvl9pPr>
          </a:lstStyle>
          <a:p xmlns:a="http://schemas.openxmlformats.org/drawingml/2006/main">
            <a:pPr algn="l">
              <a:defRPr sz="1575" b="0">
                <a:solidFill>
                  <a:srgbClr val="6A6B7E"/>
                </a:solidFill>
                <a:latin typeface="Arial"/>
                <a:ea typeface="Arial"/>
                <a:cs typeface="Arial"/>
              </a:defRPr>
            </a:pPr>
            <a:r>
              <a:rPr sz="1575" b="0">
                <a:solidFill>
                  <a:srgbClr val="6A6B7E"/>
                </a:solidFill>
                <a:latin typeface="Arial"/>
                <a:ea typeface="Arial"/>
                <a:cs typeface="Arial"/>
              </a:rPr>
              <a:t>The product flow and deployment path exist; real-world validation is still ahead.</a:t>
            </a:r>
          </a:p>
        </p:txBody>
      </p:sp>
      <p:sp>
        <p:nvSpPr>
          <p:cNvPr id="4" name="">
            <a:extLst xmlns:a="http://schemas.openxmlformats.org/drawingml/2006/main">
              <a:ext uri="{FF2B5EF4-FFF2-40B4-BE49-F238E27FC236}">
                <a16:creationId xmlns:a16="http://schemas.microsoft.com/office/drawing/2014/main" id="{C5B5E2D8-CF5F-4407-924C-3A860DAB0767}"/>
              </a:ext>
            </a:extLst>
          </p:cNvPr>
          <p:cNvSpPr>
            <a:spLocks xmlns:a="http://schemas.openxmlformats.org/drawingml/2006/main" noGrp="1"/>
          </p:cNvSpPr>
          <p:nvPr/>
        </p:nvSpPr>
        <p:spPr>
          <a:xfrm xmlns:a="http://schemas.openxmlformats.org/drawingml/2006/main">
            <a:off x="704850" y="24479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68A7A"/>
                </a:solidFill>
                <a:latin typeface="Arial"/>
                <a:ea typeface="Arial"/>
                <a:cs typeface="Arial"/>
              </a:defRPr>
            </a:defPPr>
            <a:lvl1pPr algn="l">
              <a:defRPr sz="1050" b="1">
                <a:solidFill>
                  <a:srgbClr val="168A7A"/>
                </a:solidFill>
                <a:latin typeface="Arial"/>
                <a:ea typeface="Arial"/>
                <a:cs typeface="Arial"/>
              </a:defRPr>
            </a:lvl1pPr>
            <a:lvl2pPr algn="l">
              <a:defRPr sz="1050" b="1">
                <a:solidFill>
                  <a:srgbClr val="168A7A"/>
                </a:solidFill>
                <a:latin typeface="Arial"/>
                <a:ea typeface="Arial"/>
                <a:cs typeface="Arial"/>
              </a:defRPr>
            </a:lvl2pPr>
            <a:lvl3pPr algn="l">
              <a:defRPr sz="1050" b="1">
                <a:solidFill>
                  <a:srgbClr val="168A7A"/>
                </a:solidFill>
                <a:latin typeface="Arial"/>
                <a:ea typeface="Arial"/>
                <a:cs typeface="Arial"/>
              </a:defRPr>
            </a:lvl3pPr>
            <a:lvl4pPr algn="l">
              <a:defRPr sz="1050" b="1">
                <a:solidFill>
                  <a:srgbClr val="168A7A"/>
                </a:solidFill>
                <a:latin typeface="Arial"/>
                <a:ea typeface="Arial"/>
                <a:cs typeface="Arial"/>
              </a:defRPr>
            </a:lvl4pPr>
            <a:lvl5pPr algn="l">
              <a:defRPr sz="1050" b="1">
                <a:solidFill>
                  <a:srgbClr val="168A7A"/>
                </a:solidFill>
                <a:latin typeface="Arial"/>
                <a:ea typeface="Arial"/>
                <a:cs typeface="Arial"/>
              </a:defRPr>
            </a:lvl5pPr>
            <a:lvl6pPr algn="l">
              <a:defRPr sz="1050" b="1">
                <a:solidFill>
                  <a:srgbClr val="168A7A"/>
                </a:solidFill>
                <a:latin typeface="Arial"/>
                <a:ea typeface="Arial"/>
                <a:cs typeface="Arial"/>
              </a:defRPr>
            </a:lvl6pPr>
            <a:lvl7pPr algn="l">
              <a:defRPr sz="1050" b="1">
                <a:solidFill>
                  <a:srgbClr val="168A7A"/>
                </a:solidFill>
                <a:latin typeface="Arial"/>
                <a:ea typeface="Arial"/>
                <a:cs typeface="Arial"/>
              </a:defRPr>
            </a:lvl7pPr>
            <a:lvl8pPr algn="l">
              <a:defRPr sz="1050" b="1">
                <a:solidFill>
                  <a:srgbClr val="168A7A"/>
                </a:solidFill>
                <a:latin typeface="Arial"/>
                <a:ea typeface="Arial"/>
                <a:cs typeface="Arial"/>
              </a:defRPr>
            </a:lvl8pPr>
            <a:lvl9pPr algn="l">
              <a:defRPr sz="1050" b="1">
                <a:solidFill>
                  <a:srgbClr val="168A7A"/>
                </a:solidFill>
                <a:latin typeface="Arial"/>
                <a:ea typeface="Arial"/>
                <a:cs typeface="Arial"/>
              </a:defRPr>
            </a:lvl9pPr>
          </a:lstStyle>
          <a:p xmlns:a="http://schemas.openxmlformats.org/drawingml/2006/main">
            <a:pPr algn="l">
              <a:defRPr sz="1050" b="1">
                <a:solidFill>
                  <a:srgbClr val="168A7A"/>
                </a:solidFill>
                <a:latin typeface="Arial"/>
                <a:ea typeface="Arial"/>
                <a:cs typeface="Arial"/>
              </a:defRPr>
            </a:pPr>
            <a:r>
              <a:rPr sz="1050" b="1">
                <a:solidFill>
                  <a:srgbClr val="168A7A"/>
                </a:solidFill>
                <a:latin typeface="Arial"/>
                <a:ea typeface="Arial"/>
                <a:cs typeface="Arial"/>
              </a:rPr>
              <a:t>BUILT</a:t>
            </a:r>
          </a:p>
        </p:txBody>
      </p:sp>
      <p:sp>
        <p:nvSpPr>
          <p:cNvPr id="5" name="">
            <a:extLst xmlns:a="http://schemas.openxmlformats.org/drawingml/2006/main">
              <a:ext uri="{FF2B5EF4-FFF2-40B4-BE49-F238E27FC236}">
                <a16:creationId xmlns:a16="http://schemas.microsoft.com/office/drawing/2014/main" id="{C609E1B1-D1E6-4BEE-927A-ABC9A410E004}"/>
              </a:ext>
            </a:extLst>
          </p:cNvPr>
          <p:cNvSpPr>
            <a:spLocks xmlns:a="http://schemas.openxmlformats.org/drawingml/2006/main" noGrp="1"/>
          </p:cNvSpPr>
          <p:nvPr/>
        </p:nvSpPr>
        <p:spPr>
          <a:xfrm xmlns:a="http://schemas.openxmlformats.org/drawingml/2006/main">
            <a:off x="723900" y="2847975"/>
            <a:ext cx="438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68A7A"/>
                </a:solidFill>
                <a:latin typeface="Arial"/>
                <a:ea typeface="Arial"/>
                <a:cs typeface="Arial"/>
              </a:defRPr>
            </a:defPPr>
            <a:lvl1pPr algn="l">
              <a:defRPr sz="1200" b="1">
                <a:solidFill>
                  <a:srgbClr val="168A7A"/>
                </a:solidFill>
                <a:latin typeface="Arial"/>
                <a:ea typeface="Arial"/>
                <a:cs typeface="Arial"/>
              </a:defRPr>
            </a:lvl1pPr>
            <a:lvl2pPr algn="l">
              <a:defRPr sz="1200" b="1">
                <a:solidFill>
                  <a:srgbClr val="168A7A"/>
                </a:solidFill>
                <a:latin typeface="Arial"/>
                <a:ea typeface="Arial"/>
                <a:cs typeface="Arial"/>
              </a:defRPr>
            </a:lvl2pPr>
            <a:lvl3pPr algn="l">
              <a:defRPr sz="1200" b="1">
                <a:solidFill>
                  <a:srgbClr val="168A7A"/>
                </a:solidFill>
                <a:latin typeface="Arial"/>
                <a:ea typeface="Arial"/>
                <a:cs typeface="Arial"/>
              </a:defRPr>
            </a:lvl3pPr>
            <a:lvl4pPr algn="l">
              <a:defRPr sz="1200" b="1">
                <a:solidFill>
                  <a:srgbClr val="168A7A"/>
                </a:solidFill>
                <a:latin typeface="Arial"/>
                <a:ea typeface="Arial"/>
                <a:cs typeface="Arial"/>
              </a:defRPr>
            </a:lvl4pPr>
            <a:lvl5pPr algn="l">
              <a:defRPr sz="1200" b="1">
                <a:solidFill>
                  <a:srgbClr val="168A7A"/>
                </a:solidFill>
                <a:latin typeface="Arial"/>
                <a:ea typeface="Arial"/>
                <a:cs typeface="Arial"/>
              </a:defRPr>
            </a:lvl5pPr>
            <a:lvl6pPr algn="l">
              <a:defRPr sz="1200" b="1">
                <a:solidFill>
                  <a:srgbClr val="168A7A"/>
                </a:solidFill>
                <a:latin typeface="Arial"/>
                <a:ea typeface="Arial"/>
                <a:cs typeface="Arial"/>
              </a:defRPr>
            </a:lvl6pPr>
            <a:lvl7pPr algn="l">
              <a:defRPr sz="1200" b="1">
                <a:solidFill>
                  <a:srgbClr val="168A7A"/>
                </a:solidFill>
                <a:latin typeface="Arial"/>
                <a:ea typeface="Arial"/>
                <a:cs typeface="Arial"/>
              </a:defRPr>
            </a:lvl7pPr>
            <a:lvl8pPr algn="l">
              <a:defRPr sz="1200" b="1">
                <a:solidFill>
                  <a:srgbClr val="168A7A"/>
                </a:solidFill>
                <a:latin typeface="Arial"/>
                <a:ea typeface="Arial"/>
                <a:cs typeface="Arial"/>
              </a:defRPr>
            </a:lvl8pPr>
            <a:lvl9pPr algn="l">
              <a:defRPr sz="1200" b="1">
                <a:solidFill>
                  <a:srgbClr val="168A7A"/>
                </a:solidFill>
                <a:latin typeface="Arial"/>
                <a:ea typeface="Arial"/>
                <a:cs typeface="Arial"/>
              </a:defRPr>
            </a:lvl9pPr>
          </a:lstStyle>
          <a:p xmlns:a="http://schemas.openxmlformats.org/drawingml/2006/main">
            <a:pPr algn="l">
              <a:defRPr sz="1200" b="1">
                <a:solidFill>
                  <a:srgbClr val="168A7A"/>
                </a:solidFill>
                <a:latin typeface="Arial"/>
                <a:ea typeface="Arial"/>
                <a:cs typeface="Arial"/>
              </a:defRPr>
            </a:pPr>
            <a:r>
              <a:rPr sz="1200" b="1">
                <a:solidFill>
                  <a:srgbClr val="168A7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06DECC6-7735-45C8-B42F-6B667B466275}"/>
              </a:ext>
            </a:extLst>
          </p:cNvPr>
          <p:cNvSpPr>
            <a:spLocks xmlns:a="http://schemas.openxmlformats.org/drawingml/2006/main" noGrp="1"/>
          </p:cNvSpPr>
          <p:nvPr/>
        </p:nvSpPr>
        <p:spPr>
          <a:xfrm xmlns:a="http://schemas.openxmlformats.org/drawingml/2006/main">
            <a:off x="1276350" y="2819400"/>
            <a:ext cx="4524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7182A"/>
                </a:solidFill>
                <a:latin typeface="Arial"/>
                <a:ea typeface="Arial"/>
                <a:cs typeface="Arial"/>
              </a:defRPr>
            </a:defPPr>
            <a:lvl1pPr algn="l">
              <a:defRPr sz="1425" b="0">
                <a:solidFill>
                  <a:srgbClr val="17182A"/>
                </a:solidFill>
                <a:latin typeface="Arial"/>
                <a:ea typeface="Arial"/>
                <a:cs typeface="Arial"/>
              </a:defRPr>
            </a:lvl1pPr>
            <a:lvl2pPr algn="l">
              <a:defRPr sz="1425" b="0">
                <a:solidFill>
                  <a:srgbClr val="17182A"/>
                </a:solidFill>
                <a:latin typeface="Arial"/>
                <a:ea typeface="Arial"/>
                <a:cs typeface="Arial"/>
              </a:defRPr>
            </a:lvl2pPr>
            <a:lvl3pPr algn="l">
              <a:defRPr sz="1425" b="0">
                <a:solidFill>
                  <a:srgbClr val="17182A"/>
                </a:solidFill>
                <a:latin typeface="Arial"/>
                <a:ea typeface="Arial"/>
                <a:cs typeface="Arial"/>
              </a:defRPr>
            </a:lvl3pPr>
            <a:lvl4pPr algn="l">
              <a:defRPr sz="1425" b="0">
                <a:solidFill>
                  <a:srgbClr val="17182A"/>
                </a:solidFill>
                <a:latin typeface="Arial"/>
                <a:ea typeface="Arial"/>
                <a:cs typeface="Arial"/>
              </a:defRPr>
            </a:lvl4pPr>
            <a:lvl5pPr algn="l">
              <a:defRPr sz="1425" b="0">
                <a:solidFill>
                  <a:srgbClr val="17182A"/>
                </a:solidFill>
                <a:latin typeface="Arial"/>
                <a:ea typeface="Arial"/>
                <a:cs typeface="Arial"/>
              </a:defRPr>
            </a:lvl5pPr>
            <a:lvl6pPr algn="l">
              <a:defRPr sz="1425" b="0">
                <a:solidFill>
                  <a:srgbClr val="17182A"/>
                </a:solidFill>
                <a:latin typeface="Arial"/>
                <a:ea typeface="Arial"/>
                <a:cs typeface="Arial"/>
              </a:defRPr>
            </a:lvl6pPr>
            <a:lvl7pPr algn="l">
              <a:defRPr sz="1425" b="0">
                <a:solidFill>
                  <a:srgbClr val="17182A"/>
                </a:solidFill>
                <a:latin typeface="Arial"/>
                <a:ea typeface="Arial"/>
                <a:cs typeface="Arial"/>
              </a:defRPr>
            </a:lvl7pPr>
            <a:lvl8pPr algn="l">
              <a:defRPr sz="1425" b="0">
                <a:solidFill>
                  <a:srgbClr val="17182A"/>
                </a:solidFill>
                <a:latin typeface="Arial"/>
                <a:ea typeface="Arial"/>
                <a:cs typeface="Arial"/>
              </a:defRPr>
            </a:lvl8pPr>
            <a:lvl9pPr algn="l">
              <a:defRPr sz="1425" b="0">
                <a:solidFill>
                  <a:srgbClr val="17182A"/>
                </a:solidFill>
                <a:latin typeface="Arial"/>
                <a:ea typeface="Arial"/>
                <a:cs typeface="Arial"/>
              </a:defRPr>
            </a:lvl9pPr>
          </a:lstStyle>
          <a:p xmlns:a="http://schemas.openxmlformats.org/drawingml/2006/main">
            <a:pPr algn="l">
              <a:defRPr sz="1425" b="0">
                <a:solidFill>
                  <a:srgbClr val="17182A"/>
                </a:solidFill>
                <a:latin typeface="Arial"/>
                <a:ea typeface="Arial"/>
                <a:cs typeface="Arial"/>
              </a:defRPr>
            </a:pPr>
            <a:r>
              <a:rPr sz="1425" b="0">
                <a:solidFill>
                  <a:srgbClr val="17182A"/>
                </a:solidFill>
                <a:latin typeface="Arial"/>
                <a:ea typeface="Arial"/>
                <a:cs typeface="Arial"/>
              </a:rPr>
              <a:t>Next.js product site, auth pages and founder dashboard</a:t>
            </a:r>
          </a:p>
        </p:txBody>
      </p:sp>
      <p:sp>
        <p:nvSpPr>
          <p:cNvPr id="7" name="">
            <a:extLst xmlns:a="http://schemas.openxmlformats.org/drawingml/2006/main">
              <a:ext uri="{FF2B5EF4-FFF2-40B4-BE49-F238E27FC236}">
                <a16:creationId xmlns:a16="http://schemas.microsoft.com/office/drawing/2014/main" id="{57DF68D6-BE9A-43BB-B4F6-E7B53A4385E6}"/>
              </a:ext>
            </a:extLst>
          </p:cNvPr>
          <p:cNvSpPr>
            <a:spLocks xmlns:a="http://schemas.openxmlformats.org/drawingml/2006/main" noGrp="1"/>
          </p:cNvSpPr>
          <p:nvPr/>
        </p:nvSpPr>
        <p:spPr>
          <a:xfrm xmlns:a="http://schemas.openxmlformats.org/drawingml/2006/main">
            <a:off x="723900" y="3514725"/>
            <a:ext cx="438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68A7A"/>
                </a:solidFill>
                <a:latin typeface="Arial"/>
                <a:ea typeface="Arial"/>
                <a:cs typeface="Arial"/>
              </a:defRPr>
            </a:defPPr>
            <a:lvl1pPr algn="l">
              <a:defRPr sz="1200" b="1">
                <a:solidFill>
                  <a:srgbClr val="168A7A"/>
                </a:solidFill>
                <a:latin typeface="Arial"/>
                <a:ea typeface="Arial"/>
                <a:cs typeface="Arial"/>
              </a:defRPr>
            </a:lvl1pPr>
            <a:lvl2pPr algn="l">
              <a:defRPr sz="1200" b="1">
                <a:solidFill>
                  <a:srgbClr val="168A7A"/>
                </a:solidFill>
                <a:latin typeface="Arial"/>
                <a:ea typeface="Arial"/>
                <a:cs typeface="Arial"/>
              </a:defRPr>
            </a:lvl2pPr>
            <a:lvl3pPr algn="l">
              <a:defRPr sz="1200" b="1">
                <a:solidFill>
                  <a:srgbClr val="168A7A"/>
                </a:solidFill>
                <a:latin typeface="Arial"/>
                <a:ea typeface="Arial"/>
                <a:cs typeface="Arial"/>
              </a:defRPr>
            </a:lvl3pPr>
            <a:lvl4pPr algn="l">
              <a:defRPr sz="1200" b="1">
                <a:solidFill>
                  <a:srgbClr val="168A7A"/>
                </a:solidFill>
                <a:latin typeface="Arial"/>
                <a:ea typeface="Arial"/>
                <a:cs typeface="Arial"/>
              </a:defRPr>
            </a:lvl4pPr>
            <a:lvl5pPr algn="l">
              <a:defRPr sz="1200" b="1">
                <a:solidFill>
                  <a:srgbClr val="168A7A"/>
                </a:solidFill>
                <a:latin typeface="Arial"/>
                <a:ea typeface="Arial"/>
                <a:cs typeface="Arial"/>
              </a:defRPr>
            </a:lvl5pPr>
            <a:lvl6pPr algn="l">
              <a:defRPr sz="1200" b="1">
                <a:solidFill>
                  <a:srgbClr val="168A7A"/>
                </a:solidFill>
                <a:latin typeface="Arial"/>
                <a:ea typeface="Arial"/>
                <a:cs typeface="Arial"/>
              </a:defRPr>
            </a:lvl6pPr>
            <a:lvl7pPr algn="l">
              <a:defRPr sz="1200" b="1">
                <a:solidFill>
                  <a:srgbClr val="168A7A"/>
                </a:solidFill>
                <a:latin typeface="Arial"/>
                <a:ea typeface="Arial"/>
                <a:cs typeface="Arial"/>
              </a:defRPr>
            </a:lvl7pPr>
            <a:lvl8pPr algn="l">
              <a:defRPr sz="1200" b="1">
                <a:solidFill>
                  <a:srgbClr val="168A7A"/>
                </a:solidFill>
                <a:latin typeface="Arial"/>
                <a:ea typeface="Arial"/>
                <a:cs typeface="Arial"/>
              </a:defRPr>
            </a:lvl8pPr>
            <a:lvl9pPr algn="l">
              <a:defRPr sz="1200" b="1">
                <a:solidFill>
                  <a:srgbClr val="168A7A"/>
                </a:solidFill>
                <a:latin typeface="Arial"/>
                <a:ea typeface="Arial"/>
                <a:cs typeface="Arial"/>
              </a:defRPr>
            </a:lvl9pPr>
          </a:lstStyle>
          <a:p xmlns:a="http://schemas.openxmlformats.org/drawingml/2006/main">
            <a:pPr algn="l">
              <a:defRPr sz="1200" b="1">
                <a:solidFill>
                  <a:srgbClr val="168A7A"/>
                </a:solidFill>
                <a:latin typeface="Arial"/>
                <a:ea typeface="Arial"/>
                <a:cs typeface="Arial"/>
              </a:defRPr>
            </a:pPr>
            <a:r>
              <a:rPr sz="1200" b="1">
                <a:solidFill>
                  <a:srgbClr val="168A7A"/>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B1CC962-8D6B-4F67-8076-F51E2A686223}"/>
              </a:ext>
            </a:extLst>
          </p:cNvPr>
          <p:cNvSpPr>
            <a:spLocks xmlns:a="http://schemas.openxmlformats.org/drawingml/2006/main" noGrp="1"/>
          </p:cNvSpPr>
          <p:nvPr/>
        </p:nvSpPr>
        <p:spPr>
          <a:xfrm xmlns:a="http://schemas.openxmlformats.org/drawingml/2006/main">
            <a:off x="1276350" y="3486150"/>
            <a:ext cx="4524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7182A"/>
                </a:solidFill>
                <a:latin typeface="Arial"/>
                <a:ea typeface="Arial"/>
                <a:cs typeface="Arial"/>
              </a:defRPr>
            </a:defPPr>
            <a:lvl1pPr algn="l">
              <a:defRPr sz="1425" b="0">
                <a:solidFill>
                  <a:srgbClr val="17182A"/>
                </a:solidFill>
                <a:latin typeface="Arial"/>
                <a:ea typeface="Arial"/>
                <a:cs typeface="Arial"/>
              </a:defRPr>
            </a:lvl1pPr>
            <a:lvl2pPr algn="l">
              <a:defRPr sz="1425" b="0">
                <a:solidFill>
                  <a:srgbClr val="17182A"/>
                </a:solidFill>
                <a:latin typeface="Arial"/>
                <a:ea typeface="Arial"/>
                <a:cs typeface="Arial"/>
              </a:defRPr>
            </a:lvl2pPr>
            <a:lvl3pPr algn="l">
              <a:defRPr sz="1425" b="0">
                <a:solidFill>
                  <a:srgbClr val="17182A"/>
                </a:solidFill>
                <a:latin typeface="Arial"/>
                <a:ea typeface="Arial"/>
                <a:cs typeface="Arial"/>
              </a:defRPr>
            </a:lvl3pPr>
            <a:lvl4pPr algn="l">
              <a:defRPr sz="1425" b="0">
                <a:solidFill>
                  <a:srgbClr val="17182A"/>
                </a:solidFill>
                <a:latin typeface="Arial"/>
                <a:ea typeface="Arial"/>
                <a:cs typeface="Arial"/>
              </a:defRPr>
            </a:lvl4pPr>
            <a:lvl5pPr algn="l">
              <a:defRPr sz="1425" b="0">
                <a:solidFill>
                  <a:srgbClr val="17182A"/>
                </a:solidFill>
                <a:latin typeface="Arial"/>
                <a:ea typeface="Arial"/>
                <a:cs typeface="Arial"/>
              </a:defRPr>
            </a:lvl5pPr>
            <a:lvl6pPr algn="l">
              <a:defRPr sz="1425" b="0">
                <a:solidFill>
                  <a:srgbClr val="17182A"/>
                </a:solidFill>
                <a:latin typeface="Arial"/>
                <a:ea typeface="Arial"/>
                <a:cs typeface="Arial"/>
              </a:defRPr>
            </a:lvl6pPr>
            <a:lvl7pPr algn="l">
              <a:defRPr sz="1425" b="0">
                <a:solidFill>
                  <a:srgbClr val="17182A"/>
                </a:solidFill>
                <a:latin typeface="Arial"/>
                <a:ea typeface="Arial"/>
                <a:cs typeface="Arial"/>
              </a:defRPr>
            </a:lvl7pPr>
            <a:lvl8pPr algn="l">
              <a:defRPr sz="1425" b="0">
                <a:solidFill>
                  <a:srgbClr val="17182A"/>
                </a:solidFill>
                <a:latin typeface="Arial"/>
                <a:ea typeface="Arial"/>
                <a:cs typeface="Arial"/>
              </a:defRPr>
            </a:lvl8pPr>
            <a:lvl9pPr algn="l">
              <a:defRPr sz="1425" b="0">
                <a:solidFill>
                  <a:srgbClr val="17182A"/>
                </a:solidFill>
                <a:latin typeface="Arial"/>
                <a:ea typeface="Arial"/>
                <a:cs typeface="Arial"/>
              </a:defRPr>
            </a:lvl9pPr>
          </a:lstStyle>
          <a:p xmlns:a="http://schemas.openxmlformats.org/drawingml/2006/main">
            <a:pPr algn="l">
              <a:defRPr sz="1425" b="0">
                <a:solidFill>
                  <a:srgbClr val="17182A"/>
                </a:solidFill>
                <a:latin typeface="Arial"/>
                <a:ea typeface="Arial"/>
                <a:cs typeface="Arial"/>
              </a:defRPr>
            </a:pPr>
            <a:r>
              <a:rPr sz="1425" b="0">
                <a:solidFill>
                  <a:srgbClr val="17182A"/>
                </a:solidFill>
                <a:latin typeface="Arial"/>
                <a:ea typeface="Arial"/>
                <a:cs typeface="Arial"/>
              </a:rPr>
              <a:t>FastAPI service for discovery, scoring, drafting and runs</a:t>
            </a:r>
          </a:p>
        </p:txBody>
      </p:sp>
      <p:sp>
        <p:nvSpPr>
          <p:cNvPr id="9" name="">
            <a:extLst xmlns:a="http://schemas.openxmlformats.org/drawingml/2006/main">
              <a:ext uri="{FF2B5EF4-FFF2-40B4-BE49-F238E27FC236}">
                <a16:creationId xmlns:a16="http://schemas.microsoft.com/office/drawing/2014/main" id="{52F5CF5E-065A-4A45-BE85-637A0A124151}"/>
              </a:ext>
            </a:extLst>
          </p:cNvPr>
          <p:cNvSpPr>
            <a:spLocks xmlns:a="http://schemas.openxmlformats.org/drawingml/2006/main" noGrp="1"/>
          </p:cNvSpPr>
          <p:nvPr/>
        </p:nvSpPr>
        <p:spPr>
          <a:xfrm xmlns:a="http://schemas.openxmlformats.org/drawingml/2006/main">
            <a:off x="723900" y="4181475"/>
            <a:ext cx="438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68A7A"/>
                </a:solidFill>
                <a:latin typeface="Arial"/>
                <a:ea typeface="Arial"/>
                <a:cs typeface="Arial"/>
              </a:defRPr>
            </a:defPPr>
            <a:lvl1pPr algn="l">
              <a:defRPr sz="1200" b="1">
                <a:solidFill>
                  <a:srgbClr val="168A7A"/>
                </a:solidFill>
                <a:latin typeface="Arial"/>
                <a:ea typeface="Arial"/>
                <a:cs typeface="Arial"/>
              </a:defRPr>
            </a:lvl1pPr>
            <a:lvl2pPr algn="l">
              <a:defRPr sz="1200" b="1">
                <a:solidFill>
                  <a:srgbClr val="168A7A"/>
                </a:solidFill>
                <a:latin typeface="Arial"/>
                <a:ea typeface="Arial"/>
                <a:cs typeface="Arial"/>
              </a:defRPr>
            </a:lvl2pPr>
            <a:lvl3pPr algn="l">
              <a:defRPr sz="1200" b="1">
                <a:solidFill>
                  <a:srgbClr val="168A7A"/>
                </a:solidFill>
                <a:latin typeface="Arial"/>
                <a:ea typeface="Arial"/>
                <a:cs typeface="Arial"/>
              </a:defRPr>
            </a:lvl3pPr>
            <a:lvl4pPr algn="l">
              <a:defRPr sz="1200" b="1">
                <a:solidFill>
                  <a:srgbClr val="168A7A"/>
                </a:solidFill>
                <a:latin typeface="Arial"/>
                <a:ea typeface="Arial"/>
                <a:cs typeface="Arial"/>
              </a:defRPr>
            </a:lvl4pPr>
            <a:lvl5pPr algn="l">
              <a:defRPr sz="1200" b="1">
                <a:solidFill>
                  <a:srgbClr val="168A7A"/>
                </a:solidFill>
                <a:latin typeface="Arial"/>
                <a:ea typeface="Arial"/>
                <a:cs typeface="Arial"/>
              </a:defRPr>
            </a:lvl5pPr>
            <a:lvl6pPr algn="l">
              <a:defRPr sz="1200" b="1">
                <a:solidFill>
                  <a:srgbClr val="168A7A"/>
                </a:solidFill>
                <a:latin typeface="Arial"/>
                <a:ea typeface="Arial"/>
                <a:cs typeface="Arial"/>
              </a:defRPr>
            </a:lvl6pPr>
            <a:lvl7pPr algn="l">
              <a:defRPr sz="1200" b="1">
                <a:solidFill>
                  <a:srgbClr val="168A7A"/>
                </a:solidFill>
                <a:latin typeface="Arial"/>
                <a:ea typeface="Arial"/>
                <a:cs typeface="Arial"/>
              </a:defRPr>
            </a:lvl7pPr>
            <a:lvl8pPr algn="l">
              <a:defRPr sz="1200" b="1">
                <a:solidFill>
                  <a:srgbClr val="168A7A"/>
                </a:solidFill>
                <a:latin typeface="Arial"/>
                <a:ea typeface="Arial"/>
                <a:cs typeface="Arial"/>
              </a:defRPr>
            </a:lvl8pPr>
            <a:lvl9pPr algn="l">
              <a:defRPr sz="1200" b="1">
                <a:solidFill>
                  <a:srgbClr val="168A7A"/>
                </a:solidFill>
                <a:latin typeface="Arial"/>
                <a:ea typeface="Arial"/>
                <a:cs typeface="Arial"/>
              </a:defRPr>
            </a:lvl9pPr>
          </a:lstStyle>
          <a:p xmlns:a="http://schemas.openxmlformats.org/drawingml/2006/main">
            <a:pPr algn="l">
              <a:defRPr sz="1200" b="1">
                <a:solidFill>
                  <a:srgbClr val="168A7A"/>
                </a:solidFill>
                <a:latin typeface="Arial"/>
                <a:ea typeface="Arial"/>
                <a:cs typeface="Arial"/>
              </a:defRPr>
            </a:pPr>
            <a:r>
              <a:rPr sz="1200" b="1">
                <a:solidFill>
                  <a:srgbClr val="168A7A"/>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F08F4283-99CB-45E7-BB39-883E65E34888}"/>
              </a:ext>
            </a:extLst>
          </p:cNvPr>
          <p:cNvSpPr>
            <a:spLocks xmlns:a="http://schemas.openxmlformats.org/drawingml/2006/main" noGrp="1"/>
          </p:cNvSpPr>
          <p:nvPr/>
        </p:nvSpPr>
        <p:spPr>
          <a:xfrm xmlns:a="http://schemas.openxmlformats.org/drawingml/2006/main">
            <a:off x="1276350" y="4152900"/>
            <a:ext cx="4524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7182A"/>
                </a:solidFill>
                <a:latin typeface="Arial"/>
                <a:ea typeface="Arial"/>
                <a:cs typeface="Arial"/>
              </a:defRPr>
            </a:defPPr>
            <a:lvl1pPr algn="l">
              <a:defRPr sz="1425" b="0">
                <a:solidFill>
                  <a:srgbClr val="17182A"/>
                </a:solidFill>
                <a:latin typeface="Arial"/>
                <a:ea typeface="Arial"/>
                <a:cs typeface="Arial"/>
              </a:defRPr>
            </a:lvl1pPr>
            <a:lvl2pPr algn="l">
              <a:defRPr sz="1425" b="0">
                <a:solidFill>
                  <a:srgbClr val="17182A"/>
                </a:solidFill>
                <a:latin typeface="Arial"/>
                <a:ea typeface="Arial"/>
                <a:cs typeface="Arial"/>
              </a:defRPr>
            </a:lvl2pPr>
            <a:lvl3pPr algn="l">
              <a:defRPr sz="1425" b="0">
                <a:solidFill>
                  <a:srgbClr val="17182A"/>
                </a:solidFill>
                <a:latin typeface="Arial"/>
                <a:ea typeface="Arial"/>
                <a:cs typeface="Arial"/>
              </a:defRPr>
            </a:lvl3pPr>
            <a:lvl4pPr algn="l">
              <a:defRPr sz="1425" b="0">
                <a:solidFill>
                  <a:srgbClr val="17182A"/>
                </a:solidFill>
                <a:latin typeface="Arial"/>
                <a:ea typeface="Arial"/>
                <a:cs typeface="Arial"/>
              </a:defRPr>
            </a:lvl4pPr>
            <a:lvl5pPr algn="l">
              <a:defRPr sz="1425" b="0">
                <a:solidFill>
                  <a:srgbClr val="17182A"/>
                </a:solidFill>
                <a:latin typeface="Arial"/>
                <a:ea typeface="Arial"/>
                <a:cs typeface="Arial"/>
              </a:defRPr>
            </a:lvl5pPr>
            <a:lvl6pPr algn="l">
              <a:defRPr sz="1425" b="0">
                <a:solidFill>
                  <a:srgbClr val="17182A"/>
                </a:solidFill>
                <a:latin typeface="Arial"/>
                <a:ea typeface="Arial"/>
                <a:cs typeface="Arial"/>
              </a:defRPr>
            </a:lvl6pPr>
            <a:lvl7pPr algn="l">
              <a:defRPr sz="1425" b="0">
                <a:solidFill>
                  <a:srgbClr val="17182A"/>
                </a:solidFill>
                <a:latin typeface="Arial"/>
                <a:ea typeface="Arial"/>
                <a:cs typeface="Arial"/>
              </a:defRPr>
            </a:lvl7pPr>
            <a:lvl8pPr algn="l">
              <a:defRPr sz="1425" b="0">
                <a:solidFill>
                  <a:srgbClr val="17182A"/>
                </a:solidFill>
                <a:latin typeface="Arial"/>
                <a:ea typeface="Arial"/>
                <a:cs typeface="Arial"/>
              </a:defRPr>
            </a:lvl8pPr>
            <a:lvl9pPr algn="l">
              <a:defRPr sz="1425" b="0">
                <a:solidFill>
                  <a:srgbClr val="17182A"/>
                </a:solidFill>
                <a:latin typeface="Arial"/>
                <a:ea typeface="Arial"/>
                <a:cs typeface="Arial"/>
              </a:defRPr>
            </a:lvl9pPr>
          </a:lstStyle>
          <a:p xmlns:a="http://schemas.openxmlformats.org/drawingml/2006/main">
            <a:pPr algn="l">
              <a:defRPr sz="1425" b="0">
                <a:solidFill>
                  <a:srgbClr val="17182A"/>
                </a:solidFill>
                <a:latin typeface="Arial"/>
                <a:ea typeface="Arial"/>
                <a:cs typeface="Arial"/>
              </a:defRPr>
            </a:pPr>
            <a:r>
              <a:rPr sz="1425" b="0">
                <a:solidFill>
                  <a:srgbClr val="17182A"/>
                </a:solidFill>
                <a:latin typeface="Arial"/>
                <a:ea typeface="Arial"/>
                <a:cs typeface="Arial"/>
              </a:rPr>
              <a:t>Firebase authentication and Firestore-backed user state</a:t>
            </a:r>
          </a:p>
        </p:txBody>
      </p:sp>
      <p:sp>
        <p:nvSpPr>
          <p:cNvPr id="11" name="">
            <a:extLst xmlns:a="http://schemas.openxmlformats.org/drawingml/2006/main">
              <a:ext uri="{FF2B5EF4-FFF2-40B4-BE49-F238E27FC236}">
                <a16:creationId xmlns:a16="http://schemas.microsoft.com/office/drawing/2014/main" id="{FFD43688-32AD-403C-9198-89793282CC78}"/>
              </a:ext>
            </a:extLst>
          </p:cNvPr>
          <p:cNvSpPr>
            <a:spLocks xmlns:a="http://schemas.openxmlformats.org/drawingml/2006/main" noGrp="1"/>
          </p:cNvSpPr>
          <p:nvPr/>
        </p:nvSpPr>
        <p:spPr>
          <a:xfrm xmlns:a="http://schemas.openxmlformats.org/drawingml/2006/main">
            <a:off x="723900" y="4848225"/>
            <a:ext cx="438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68A7A"/>
                </a:solidFill>
                <a:latin typeface="Arial"/>
                <a:ea typeface="Arial"/>
                <a:cs typeface="Arial"/>
              </a:defRPr>
            </a:defPPr>
            <a:lvl1pPr algn="l">
              <a:defRPr sz="1200" b="1">
                <a:solidFill>
                  <a:srgbClr val="168A7A"/>
                </a:solidFill>
                <a:latin typeface="Arial"/>
                <a:ea typeface="Arial"/>
                <a:cs typeface="Arial"/>
              </a:defRPr>
            </a:lvl1pPr>
            <a:lvl2pPr algn="l">
              <a:defRPr sz="1200" b="1">
                <a:solidFill>
                  <a:srgbClr val="168A7A"/>
                </a:solidFill>
                <a:latin typeface="Arial"/>
                <a:ea typeface="Arial"/>
                <a:cs typeface="Arial"/>
              </a:defRPr>
            </a:lvl2pPr>
            <a:lvl3pPr algn="l">
              <a:defRPr sz="1200" b="1">
                <a:solidFill>
                  <a:srgbClr val="168A7A"/>
                </a:solidFill>
                <a:latin typeface="Arial"/>
                <a:ea typeface="Arial"/>
                <a:cs typeface="Arial"/>
              </a:defRPr>
            </a:lvl3pPr>
            <a:lvl4pPr algn="l">
              <a:defRPr sz="1200" b="1">
                <a:solidFill>
                  <a:srgbClr val="168A7A"/>
                </a:solidFill>
                <a:latin typeface="Arial"/>
                <a:ea typeface="Arial"/>
                <a:cs typeface="Arial"/>
              </a:defRPr>
            </a:lvl4pPr>
            <a:lvl5pPr algn="l">
              <a:defRPr sz="1200" b="1">
                <a:solidFill>
                  <a:srgbClr val="168A7A"/>
                </a:solidFill>
                <a:latin typeface="Arial"/>
                <a:ea typeface="Arial"/>
                <a:cs typeface="Arial"/>
              </a:defRPr>
            </a:lvl5pPr>
            <a:lvl6pPr algn="l">
              <a:defRPr sz="1200" b="1">
                <a:solidFill>
                  <a:srgbClr val="168A7A"/>
                </a:solidFill>
                <a:latin typeface="Arial"/>
                <a:ea typeface="Arial"/>
                <a:cs typeface="Arial"/>
              </a:defRPr>
            </a:lvl6pPr>
            <a:lvl7pPr algn="l">
              <a:defRPr sz="1200" b="1">
                <a:solidFill>
                  <a:srgbClr val="168A7A"/>
                </a:solidFill>
                <a:latin typeface="Arial"/>
                <a:ea typeface="Arial"/>
                <a:cs typeface="Arial"/>
              </a:defRPr>
            </a:lvl7pPr>
            <a:lvl8pPr algn="l">
              <a:defRPr sz="1200" b="1">
                <a:solidFill>
                  <a:srgbClr val="168A7A"/>
                </a:solidFill>
                <a:latin typeface="Arial"/>
                <a:ea typeface="Arial"/>
                <a:cs typeface="Arial"/>
              </a:defRPr>
            </a:lvl8pPr>
            <a:lvl9pPr algn="l">
              <a:defRPr sz="1200" b="1">
                <a:solidFill>
                  <a:srgbClr val="168A7A"/>
                </a:solidFill>
                <a:latin typeface="Arial"/>
                <a:ea typeface="Arial"/>
                <a:cs typeface="Arial"/>
              </a:defRPr>
            </a:lvl9pPr>
          </a:lstStyle>
          <a:p xmlns:a="http://schemas.openxmlformats.org/drawingml/2006/main">
            <a:pPr algn="l">
              <a:defRPr sz="1200" b="1">
                <a:solidFill>
                  <a:srgbClr val="168A7A"/>
                </a:solidFill>
                <a:latin typeface="Arial"/>
                <a:ea typeface="Arial"/>
                <a:cs typeface="Arial"/>
              </a:defRPr>
            </a:pPr>
            <a:r>
              <a:rPr sz="1200" b="1">
                <a:solidFill>
                  <a:srgbClr val="168A7A"/>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5927EBE7-26D0-4E96-876A-0DA0CAF98045}"/>
              </a:ext>
            </a:extLst>
          </p:cNvPr>
          <p:cNvSpPr>
            <a:spLocks xmlns:a="http://schemas.openxmlformats.org/drawingml/2006/main" noGrp="1"/>
          </p:cNvSpPr>
          <p:nvPr/>
        </p:nvSpPr>
        <p:spPr>
          <a:xfrm xmlns:a="http://schemas.openxmlformats.org/drawingml/2006/main">
            <a:off x="1276350" y="4819650"/>
            <a:ext cx="4524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7182A"/>
                </a:solidFill>
                <a:latin typeface="Arial"/>
                <a:ea typeface="Arial"/>
                <a:cs typeface="Arial"/>
              </a:defRPr>
            </a:defPPr>
            <a:lvl1pPr algn="l">
              <a:defRPr sz="1425" b="0">
                <a:solidFill>
                  <a:srgbClr val="17182A"/>
                </a:solidFill>
                <a:latin typeface="Arial"/>
                <a:ea typeface="Arial"/>
                <a:cs typeface="Arial"/>
              </a:defRPr>
            </a:lvl1pPr>
            <a:lvl2pPr algn="l">
              <a:defRPr sz="1425" b="0">
                <a:solidFill>
                  <a:srgbClr val="17182A"/>
                </a:solidFill>
                <a:latin typeface="Arial"/>
                <a:ea typeface="Arial"/>
                <a:cs typeface="Arial"/>
              </a:defRPr>
            </a:lvl2pPr>
            <a:lvl3pPr algn="l">
              <a:defRPr sz="1425" b="0">
                <a:solidFill>
                  <a:srgbClr val="17182A"/>
                </a:solidFill>
                <a:latin typeface="Arial"/>
                <a:ea typeface="Arial"/>
                <a:cs typeface="Arial"/>
              </a:defRPr>
            </a:lvl3pPr>
            <a:lvl4pPr algn="l">
              <a:defRPr sz="1425" b="0">
                <a:solidFill>
                  <a:srgbClr val="17182A"/>
                </a:solidFill>
                <a:latin typeface="Arial"/>
                <a:ea typeface="Arial"/>
                <a:cs typeface="Arial"/>
              </a:defRPr>
            </a:lvl4pPr>
            <a:lvl5pPr algn="l">
              <a:defRPr sz="1425" b="0">
                <a:solidFill>
                  <a:srgbClr val="17182A"/>
                </a:solidFill>
                <a:latin typeface="Arial"/>
                <a:ea typeface="Arial"/>
                <a:cs typeface="Arial"/>
              </a:defRPr>
            </a:lvl5pPr>
            <a:lvl6pPr algn="l">
              <a:defRPr sz="1425" b="0">
                <a:solidFill>
                  <a:srgbClr val="17182A"/>
                </a:solidFill>
                <a:latin typeface="Arial"/>
                <a:ea typeface="Arial"/>
                <a:cs typeface="Arial"/>
              </a:defRPr>
            </a:lvl6pPr>
            <a:lvl7pPr algn="l">
              <a:defRPr sz="1425" b="0">
                <a:solidFill>
                  <a:srgbClr val="17182A"/>
                </a:solidFill>
                <a:latin typeface="Arial"/>
                <a:ea typeface="Arial"/>
                <a:cs typeface="Arial"/>
              </a:defRPr>
            </a:lvl7pPr>
            <a:lvl8pPr algn="l">
              <a:defRPr sz="1425" b="0">
                <a:solidFill>
                  <a:srgbClr val="17182A"/>
                </a:solidFill>
                <a:latin typeface="Arial"/>
                <a:ea typeface="Arial"/>
                <a:cs typeface="Arial"/>
              </a:defRPr>
            </a:lvl8pPr>
            <a:lvl9pPr algn="l">
              <a:defRPr sz="1425" b="0">
                <a:solidFill>
                  <a:srgbClr val="17182A"/>
                </a:solidFill>
                <a:latin typeface="Arial"/>
                <a:ea typeface="Arial"/>
                <a:cs typeface="Arial"/>
              </a:defRPr>
            </a:lvl9pPr>
          </a:lstStyle>
          <a:p xmlns:a="http://schemas.openxmlformats.org/drawingml/2006/main">
            <a:pPr algn="l">
              <a:defRPr sz="1425" b="0">
                <a:solidFill>
                  <a:srgbClr val="17182A"/>
                </a:solidFill>
                <a:latin typeface="Arial"/>
                <a:ea typeface="Arial"/>
                <a:cs typeface="Arial"/>
              </a:defRPr>
            </a:pPr>
            <a:r>
              <a:rPr sz="1425" b="0">
                <a:solidFill>
                  <a:srgbClr val="17182A"/>
                </a:solidFill>
                <a:latin typeface="Arial"/>
                <a:ea typeface="Arial"/>
                <a:cs typeface="Arial"/>
              </a:rPr>
              <a:t>Docker build and GitHub Actions image publishing</a:t>
            </a:r>
          </a:p>
        </p:txBody>
      </p:sp>
      <p:sp>
        <p:nvSpPr>
          <p:cNvPr id="13" name="">
            <a:extLst xmlns:a="http://schemas.openxmlformats.org/drawingml/2006/main">
              <a:ext uri="{FF2B5EF4-FFF2-40B4-BE49-F238E27FC236}">
                <a16:creationId xmlns:a16="http://schemas.microsoft.com/office/drawing/2014/main" id="{BD22B420-F8A4-4807-9DBE-ACAF3C771D6A}"/>
              </a:ext>
            </a:extLst>
          </p:cNvPr>
          <p:cNvSpPr>
            <a:spLocks xmlns:a="http://schemas.openxmlformats.org/drawingml/2006/main" noGrp="1"/>
          </p:cNvSpPr>
          <p:nvPr/>
        </p:nvSpPr>
        <p:spPr>
          <a:xfrm xmlns:a="http://schemas.openxmlformats.org/drawingml/2006/main">
            <a:off x="6238875" y="2447925"/>
            <a:ext cx="9525" cy="3219450"/>
          </a:xfrm>
          <a:prstGeom xmlns:a="http://schemas.openxmlformats.org/drawingml/2006/main" prst="rect">
            <a:avLst/>
          </a:prstGeom>
          <a:solidFill xmlns:a="http://schemas.openxmlformats.org/drawingml/2006/main">
            <a:srgbClr val="D8D6D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845C9D2-E88F-4B21-BA9C-5CE50C919D69}"/>
              </a:ext>
            </a:extLst>
          </p:cNvPr>
          <p:cNvSpPr>
            <a:spLocks xmlns:a="http://schemas.openxmlformats.org/drawingml/2006/main" noGrp="1"/>
          </p:cNvSpPr>
          <p:nvPr/>
        </p:nvSpPr>
        <p:spPr>
          <a:xfrm xmlns:a="http://schemas.openxmlformats.org/drawingml/2006/main">
            <a:off x="6762750" y="24479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554E8"/>
                </a:solidFill>
                <a:latin typeface="Arial"/>
                <a:ea typeface="Arial"/>
                <a:cs typeface="Arial"/>
              </a:defRPr>
            </a:defPPr>
            <a:lvl1pPr algn="l">
              <a:defRPr sz="1050" b="1">
                <a:solidFill>
                  <a:srgbClr val="6554E8"/>
                </a:solidFill>
                <a:latin typeface="Arial"/>
                <a:ea typeface="Arial"/>
                <a:cs typeface="Arial"/>
              </a:defRPr>
            </a:lvl1pPr>
            <a:lvl2pPr algn="l">
              <a:defRPr sz="1050" b="1">
                <a:solidFill>
                  <a:srgbClr val="6554E8"/>
                </a:solidFill>
                <a:latin typeface="Arial"/>
                <a:ea typeface="Arial"/>
                <a:cs typeface="Arial"/>
              </a:defRPr>
            </a:lvl2pPr>
            <a:lvl3pPr algn="l">
              <a:defRPr sz="1050" b="1">
                <a:solidFill>
                  <a:srgbClr val="6554E8"/>
                </a:solidFill>
                <a:latin typeface="Arial"/>
                <a:ea typeface="Arial"/>
                <a:cs typeface="Arial"/>
              </a:defRPr>
            </a:lvl3pPr>
            <a:lvl4pPr algn="l">
              <a:defRPr sz="1050" b="1">
                <a:solidFill>
                  <a:srgbClr val="6554E8"/>
                </a:solidFill>
                <a:latin typeface="Arial"/>
                <a:ea typeface="Arial"/>
                <a:cs typeface="Arial"/>
              </a:defRPr>
            </a:lvl4pPr>
            <a:lvl5pPr algn="l">
              <a:defRPr sz="1050" b="1">
                <a:solidFill>
                  <a:srgbClr val="6554E8"/>
                </a:solidFill>
                <a:latin typeface="Arial"/>
                <a:ea typeface="Arial"/>
                <a:cs typeface="Arial"/>
              </a:defRPr>
            </a:lvl5pPr>
            <a:lvl6pPr algn="l">
              <a:defRPr sz="1050" b="1">
                <a:solidFill>
                  <a:srgbClr val="6554E8"/>
                </a:solidFill>
                <a:latin typeface="Arial"/>
                <a:ea typeface="Arial"/>
                <a:cs typeface="Arial"/>
              </a:defRPr>
            </a:lvl6pPr>
            <a:lvl7pPr algn="l">
              <a:defRPr sz="1050" b="1">
                <a:solidFill>
                  <a:srgbClr val="6554E8"/>
                </a:solidFill>
                <a:latin typeface="Arial"/>
                <a:ea typeface="Arial"/>
                <a:cs typeface="Arial"/>
              </a:defRPr>
            </a:lvl7pPr>
            <a:lvl8pPr algn="l">
              <a:defRPr sz="1050" b="1">
                <a:solidFill>
                  <a:srgbClr val="6554E8"/>
                </a:solidFill>
                <a:latin typeface="Arial"/>
                <a:ea typeface="Arial"/>
                <a:cs typeface="Arial"/>
              </a:defRPr>
            </a:lvl8pPr>
            <a:lvl9pPr algn="l">
              <a:defRPr sz="1050" b="1">
                <a:solidFill>
                  <a:srgbClr val="6554E8"/>
                </a:solidFill>
                <a:latin typeface="Arial"/>
                <a:ea typeface="Arial"/>
                <a:cs typeface="Arial"/>
              </a:defRPr>
            </a:lvl9pPr>
          </a:lstStyle>
          <a:p xmlns:a="http://schemas.openxmlformats.org/drawingml/2006/main">
            <a:pPr algn="l">
              <a:defRPr sz="1050" b="1">
                <a:solidFill>
                  <a:srgbClr val="6554E8"/>
                </a:solidFill>
                <a:latin typeface="Arial"/>
                <a:ea typeface="Arial"/>
                <a:cs typeface="Arial"/>
              </a:defRPr>
            </a:pPr>
            <a:r>
              <a:rPr sz="1050" b="1">
                <a:solidFill>
                  <a:srgbClr val="6554E8"/>
                </a:solidFill>
                <a:latin typeface="Arial"/>
                <a:ea typeface="Arial"/>
                <a:cs typeface="Arial"/>
              </a:rPr>
              <a:t>STILL TO VALIDATE</a:t>
            </a:r>
          </a:p>
        </p:txBody>
      </p:sp>
      <p:sp>
        <p:nvSpPr>
          <p:cNvPr id="15" name="">
            <a:extLst xmlns:a="http://schemas.openxmlformats.org/drawingml/2006/main">
              <a:ext uri="{FF2B5EF4-FFF2-40B4-BE49-F238E27FC236}">
                <a16:creationId xmlns:a16="http://schemas.microsoft.com/office/drawing/2014/main" id="{377A8C19-B6F8-423D-8734-628773540059}"/>
              </a:ext>
            </a:extLst>
          </p:cNvPr>
          <p:cNvSpPr>
            <a:spLocks xmlns:a="http://schemas.openxmlformats.org/drawingml/2006/main" noGrp="1"/>
          </p:cNvSpPr>
          <p:nvPr/>
        </p:nvSpPr>
        <p:spPr>
          <a:xfrm xmlns:a="http://schemas.openxmlformats.org/drawingml/2006/main">
            <a:off x="6762750" y="28575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182A"/>
                </a:solidFill>
                <a:latin typeface="Arial"/>
                <a:ea typeface="Arial"/>
                <a:cs typeface="Arial"/>
              </a:defRPr>
            </a:defPPr>
            <a:lvl1pPr algn="l">
              <a:defRPr sz="1500" b="1">
                <a:solidFill>
                  <a:srgbClr val="17182A"/>
                </a:solidFill>
                <a:latin typeface="Arial"/>
                <a:ea typeface="Arial"/>
                <a:cs typeface="Arial"/>
              </a:defRPr>
            </a:lvl1pPr>
            <a:lvl2pPr algn="l">
              <a:defRPr sz="1500" b="1">
                <a:solidFill>
                  <a:srgbClr val="17182A"/>
                </a:solidFill>
                <a:latin typeface="Arial"/>
                <a:ea typeface="Arial"/>
                <a:cs typeface="Arial"/>
              </a:defRPr>
            </a:lvl2pPr>
            <a:lvl3pPr algn="l">
              <a:defRPr sz="1500" b="1">
                <a:solidFill>
                  <a:srgbClr val="17182A"/>
                </a:solidFill>
                <a:latin typeface="Arial"/>
                <a:ea typeface="Arial"/>
                <a:cs typeface="Arial"/>
              </a:defRPr>
            </a:lvl3pPr>
            <a:lvl4pPr algn="l">
              <a:defRPr sz="1500" b="1">
                <a:solidFill>
                  <a:srgbClr val="17182A"/>
                </a:solidFill>
                <a:latin typeface="Arial"/>
                <a:ea typeface="Arial"/>
                <a:cs typeface="Arial"/>
              </a:defRPr>
            </a:lvl4pPr>
            <a:lvl5pPr algn="l">
              <a:defRPr sz="1500" b="1">
                <a:solidFill>
                  <a:srgbClr val="17182A"/>
                </a:solidFill>
                <a:latin typeface="Arial"/>
                <a:ea typeface="Arial"/>
                <a:cs typeface="Arial"/>
              </a:defRPr>
            </a:lvl5pPr>
            <a:lvl6pPr algn="l">
              <a:defRPr sz="1500" b="1">
                <a:solidFill>
                  <a:srgbClr val="17182A"/>
                </a:solidFill>
                <a:latin typeface="Arial"/>
                <a:ea typeface="Arial"/>
                <a:cs typeface="Arial"/>
              </a:defRPr>
            </a:lvl6pPr>
            <a:lvl7pPr algn="l">
              <a:defRPr sz="1500" b="1">
                <a:solidFill>
                  <a:srgbClr val="17182A"/>
                </a:solidFill>
                <a:latin typeface="Arial"/>
                <a:ea typeface="Arial"/>
                <a:cs typeface="Arial"/>
              </a:defRPr>
            </a:lvl7pPr>
            <a:lvl8pPr algn="l">
              <a:defRPr sz="1500" b="1">
                <a:solidFill>
                  <a:srgbClr val="17182A"/>
                </a:solidFill>
                <a:latin typeface="Arial"/>
                <a:ea typeface="Arial"/>
                <a:cs typeface="Arial"/>
              </a:defRPr>
            </a:lvl8pPr>
            <a:lvl9pPr algn="l">
              <a:defRPr sz="1500" b="1">
                <a:solidFill>
                  <a:srgbClr val="17182A"/>
                </a:solidFill>
                <a:latin typeface="Arial"/>
                <a:ea typeface="Arial"/>
                <a:cs typeface="Arial"/>
              </a:defRPr>
            </a:lvl9pPr>
          </a:lstStyle>
          <a:p xmlns:a="http://schemas.openxmlformats.org/drawingml/2006/main">
            <a:pPr algn="l">
              <a:defRPr sz="1500" b="1">
                <a:solidFill>
                  <a:srgbClr val="17182A"/>
                </a:solidFill>
                <a:latin typeface="Arial"/>
                <a:ea typeface="Arial"/>
                <a:cs typeface="Arial"/>
              </a:defRPr>
            </a:pPr>
            <a:r>
              <a:rPr sz="1500" b="1">
                <a:solidFill>
                  <a:srgbClr val="17182A"/>
                </a:solidFill>
                <a:latin typeface="Arial"/>
                <a:ea typeface="Arial"/>
                <a:cs typeface="Arial"/>
              </a:rPr>
              <a:t>Grant coverage and eligibility accuracy</a:t>
            </a:r>
          </a:p>
        </p:txBody>
      </p:sp>
      <p:sp>
        <p:nvSpPr>
          <p:cNvPr id="16" name="">
            <a:extLst xmlns:a="http://schemas.openxmlformats.org/drawingml/2006/main">
              <a:ext uri="{FF2B5EF4-FFF2-40B4-BE49-F238E27FC236}">
                <a16:creationId xmlns:a16="http://schemas.microsoft.com/office/drawing/2014/main" id="{109E1A47-DDEE-4AD5-859E-40907575A5DC}"/>
              </a:ext>
            </a:extLst>
          </p:cNvPr>
          <p:cNvSpPr>
            <a:spLocks xmlns:a="http://schemas.openxmlformats.org/drawingml/2006/main" noGrp="1"/>
          </p:cNvSpPr>
          <p:nvPr/>
        </p:nvSpPr>
        <p:spPr>
          <a:xfrm xmlns:a="http://schemas.openxmlformats.org/drawingml/2006/main">
            <a:off x="6762750" y="3200400"/>
            <a:ext cx="4286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A6B7E"/>
                </a:solidFill>
                <a:latin typeface="Arial"/>
                <a:ea typeface="Arial"/>
                <a:cs typeface="Arial"/>
              </a:defRPr>
            </a:defPPr>
            <a:lvl1pPr algn="l">
              <a:defRPr sz="1350" b="0">
                <a:solidFill>
                  <a:srgbClr val="6A6B7E"/>
                </a:solidFill>
                <a:latin typeface="Arial"/>
                <a:ea typeface="Arial"/>
                <a:cs typeface="Arial"/>
              </a:defRPr>
            </a:lvl1pPr>
            <a:lvl2pPr algn="l">
              <a:defRPr sz="1350" b="0">
                <a:solidFill>
                  <a:srgbClr val="6A6B7E"/>
                </a:solidFill>
                <a:latin typeface="Arial"/>
                <a:ea typeface="Arial"/>
                <a:cs typeface="Arial"/>
              </a:defRPr>
            </a:lvl2pPr>
            <a:lvl3pPr algn="l">
              <a:defRPr sz="1350" b="0">
                <a:solidFill>
                  <a:srgbClr val="6A6B7E"/>
                </a:solidFill>
                <a:latin typeface="Arial"/>
                <a:ea typeface="Arial"/>
                <a:cs typeface="Arial"/>
              </a:defRPr>
            </a:lvl3pPr>
            <a:lvl4pPr algn="l">
              <a:defRPr sz="1350" b="0">
                <a:solidFill>
                  <a:srgbClr val="6A6B7E"/>
                </a:solidFill>
                <a:latin typeface="Arial"/>
                <a:ea typeface="Arial"/>
                <a:cs typeface="Arial"/>
              </a:defRPr>
            </a:lvl4pPr>
            <a:lvl5pPr algn="l">
              <a:defRPr sz="1350" b="0">
                <a:solidFill>
                  <a:srgbClr val="6A6B7E"/>
                </a:solidFill>
                <a:latin typeface="Arial"/>
                <a:ea typeface="Arial"/>
                <a:cs typeface="Arial"/>
              </a:defRPr>
            </a:lvl5pPr>
            <a:lvl6pPr algn="l">
              <a:defRPr sz="1350" b="0">
                <a:solidFill>
                  <a:srgbClr val="6A6B7E"/>
                </a:solidFill>
                <a:latin typeface="Arial"/>
                <a:ea typeface="Arial"/>
                <a:cs typeface="Arial"/>
              </a:defRPr>
            </a:lvl6pPr>
            <a:lvl7pPr algn="l">
              <a:defRPr sz="1350" b="0">
                <a:solidFill>
                  <a:srgbClr val="6A6B7E"/>
                </a:solidFill>
                <a:latin typeface="Arial"/>
                <a:ea typeface="Arial"/>
                <a:cs typeface="Arial"/>
              </a:defRPr>
            </a:lvl7pPr>
            <a:lvl8pPr algn="l">
              <a:defRPr sz="1350" b="0">
                <a:solidFill>
                  <a:srgbClr val="6A6B7E"/>
                </a:solidFill>
                <a:latin typeface="Arial"/>
                <a:ea typeface="Arial"/>
                <a:cs typeface="Arial"/>
              </a:defRPr>
            </a:lvl8pPr>
            <a:lvl9pPr algn="l">
              <a:defRPr sz="1350" b="0">
                <a:solidFill>
                  <a:srgbClr val="6A6B7E"/>
                </a:solidFill>
                <a:latin typeface="Arial"/>
                <a:ea typeface="Arial"/>
                <a:cs typeface="Arial"/>
              </a:defRPr>
            </a:lvl9pPr>
          </a:lstStyle>
          <a:p xmlns:a="http://schemas.openxmlformats.org/drawingml/2006/main">
            <a:pPr algn="l">
              <a:defRPr sz="1350" b="0">
                <a:solidFill>
                  <a:srgbClr val="6A6B7E"/>
                </a:solidFill>
                <a:latin typeface="Arial"/>
                <a:ea typeface="Arial"/>
                <a:cs typeface="Arial"/>
              </a:defRPr>
            </a:pPr>
            <a:r>
              <a:rPr sz="1350" b="0">
                <a:solidFill>
                  <a:srgbClr val="6A6B7E"/>
                </a:solidFill>
                <a:latin typeface="Arial"/>
                <a:ea typeface="Arial"/>
                <a:cs typeface="Arial"/>
              </a:rPr>
              <a:t>Test against real programs and verify every source and deadline.</a:t>
            </a:r>
          </a:p>
        </p:txBody>
      </p:sp>
      <p:sp>
        <p:nvSpPr>
          <p:cNvPr id="17" name="">
            <a:extLst xmlns:a="http://schemas.openxmlformats.org/drawingml/2006/main">
              <a:ext uri="{FF2B5EF4-FFF2-40B4-BE49-F238E27FC236}">
                <a16:creationId xmlns:a16="http://schemas.microsoft.com/office/drawing/2014/main" id="{BA26B1ED-5E62-4064-A91B-E2877A64B3D4}"/>
              </a:ext>
            </a:extLst>
          </p:cNvPr>
          <p:cNvSpPr>
            <a:spLocks xmlns:a="http://schemas.openxmlformats.org/drawingml/2006/main" noGrp="1"/>
          </p:cNvSpPr>
          <p:nvPr/>
        </p:nvSpPr>
        <p:spPr>
          <a:xfrm xmlns:a="http://schemas.openxmlformats.org/drawingml/2006/main">
            <a:off x="6762750" y="3933825"/>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182A"/>
                </a:solidFill>
                <a:latin typeface="Arial"/>
                <a:ea typeface="Arial"/>
                <a:cs typeface="Arial"/>
              </a:defRPr>
            </a:defPPr>
            <a:lvl1pPr algn="l">
              <a:defRPr sz="1500" b="1">
                <a:solidFill>
                  <a:srgbClr val="17182A"/>
                </a:solidFill>
                <a:latin typeface="Arial"/>
                <a:ea typeface="Arial"/>
                <a:cs typeface="Arial"/>
              </a:defRPr>
            </a:lvl1pPr>
            <a:lvl2pPr algn="l">
              <a:defRPr sz="1500" b="1">
                <a:solidFill>
                  <a:srgbClr val="17182A"/>
                </a:solidFill>
                <a:latin typeface="Arial"/>
                <a:ea typeface="Arial"/>
                <a:cs typeface="Arial"/>
              </a:defRPr>
            </a:lvl2pPr>
            <a:lvl3pPr algn="l">
              <a:defRPr sz="1500" b="1">
                <a:solidFill>
                  <a:srgbClr val="17182A"/>
                </a:solidFill>
                <a:latin typeface="Arial"/>
                <a:ea typeface="Arial"/>
                <a:cs typeface="Arial"/>
              </a:defRPr>
            </a:lvl3pPr>
            <a:lvl4pPr algn="l">
              <a:defRPr sz="1500" b="1">
                <a:solidFill>
                  <a:srgbClr val="17182A"/>
                </a:solidFill>
                <a:latin typeface="Arial"/>
                <a:ea typeface="Arial"/>
                <a:cs typeface="Arial"/>
              </a:defRPr>
            </a:lvl4pPr>
            <a:lvl5pPr algn="l">
              <a:defRPr sz="1500" b="1">
                <a:solidFill>
                  <a:srgbClr val="17182A"/>
                </a:solidFill>
                <a:latin typeface="Arial"/>
                <a:ea typeface="Arial"/>
                <a:cs typeface="Arial"/>
              </a:defRPr>
            </a:lvl5pPr>
            <a:lvl6pPr algn="l">
              <a:defRPr sz="1500" b="1">
                <a:solidFill>
                  <a:srgbClr val="17182A"/>
                </a:solidFill>
                <a:latin typeface="Arial"/>
                <a:ea typeface="Arial"/>
                <a:cs typeface="Arial"/>
              </a:defRPr>
            </a:lvl6pPr>
            <a:lvl7pPr algn="l">
              <a:defRPr sz="1500" b="1">
                <a:solidFill>
                  <a:srgbClr val="17182A"/>
                </a:solidFill>
                <a:latin typeface="Arial"/>
                <a:ea typeface="Arial"/>
                <a:cs typeface="Arial"/>
              </a:defRPr>
            </a:lvl7pPr>
            <a:lvl8pPr algn="l">
              <a:defRPr sz="1500" b="1">
                <a:solidFill>
                  <a:srgbClr val="17182A"/>
                </a:solidFill>
                <a:latin typeface="Arial"/>
                <a:ea typeface="Arial"/>
                <a:cs typeface="Arial"/>
              </a:defRPr>
            </a:lvl8pPr>
            <a:lvl9pPr algn="l">
              <a:defRPr sz="1500" b="1">
                <a:solidFill>
                  <a:srgbClr val="17182A"/>
                </a:solidFill>
                <a:latin typeface="Arial"/>
                <a:ea typeface="Arial"/>
                <a:cs typeface="Arial"/>
              </a:defRPr>
            </a:lvl9pPr>
          </a:lstStyle>
          <a:p xmlns:a="http://schemas.openxmlformats.org/drawingml/2006/main">
            <a:pPr algn="l">
              <a:defRPr sz="1500" b="1">
                <a:solidFill>
                  <a:srgbClr val="17182A"/>
                </a:solidFill>
                <a:latin typeface="Arial"/>
                <a:ea typeface="Arial"/>
                <a:cs typeface="Arial"/>
              </a:defRPr>
            </a:pPr>
            <a:r>
              <a:rPr sz="1500" b="1">
                <a:solidFill>
                  <a:srgbClr val="17182A"/>
                </a:solidFill>
                <a:latin typeface="Arial"/>
                <a:ea typeface="Arial"/>
                <a:cs typeface="Arial"/>
              </a:rPr>
              <a:t>Founder outcomes</a:t>
            </a:r>
          </a:p>
        </p:txBody>
      </p:sp>
      <p:sp>
        <p:nvSpPr>
          <p:cNvPr id="18" name="">
            <a:extLst xmlns:a="http://schemas.openxmlformats.org/drawingml/2006/main">
              <a:ext uri="{FF2B5EF4-FFF2-40B4-BE49-F238E27FC236}">
                <a16:creationId xmlns:a16="http://schemas.microsoft.com/office/drawing/2014/main" id="{529A166F-19EC-4FCF-BC16-2470677AC145}"/>
              </a:ext>
            </a:extLst>
          </p:cNvPr>
          <p:cNvSpPr>
            <a:spLocks xmlns:a="http://schemas.openxmlformats.org/drawingml/2006/main" noGrp="1"/>
          </p:cNvSpPr>
          <p:nvPr/>
        </p:nvSpPr>
        <p:spPr>
          <a:xfrm xmlns:a="http://schemas.openxmlformats.org/drawingml/2006/main">
            <a:off x="6762750" y="4276725"/>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A6B7E"/>
                </a:solidFill>
                <a:latin typeface="Arial"/>
                <a:ea typeface="Arial"/>
                <a:cs typeface="Arial"/>
              </a:defRPr>
            </a:defPPr>
            <a:lvl1pPr algn="l">
              <a:defRPr sz="1350" b="0">
                <a:solidFill>
                  <a:srgbClr val="6A6B7E"/>
                </a:solidFill>
                <a:latin typeface="Arial"/>
                <a:ea typeface="Arial"/>
                <a:cs typeface="Arial"/>
              </a:defRPr>
            </a:lvl1pPr>
            <a:lvl2pPr algn="l">
              <a:defRPr sz="1350" b="0">
                <a:solidFill>
                  <a:srgbClr val="6A6B7E"/>
                </a:solidFill>
                <a:latin typeface="Arial"/>
                <a:ea typeface="Arial"/>
                <a:cs typeface="Arial"/>
              </a:defRPr>
            </a:lvl2pPr>
            <a:lvl3pPr algn="l">
              <a:defRPr sz="1350" b="0">
                <a:solidFill>
                  <a:srgbClr val="6A6B7E"/>
                </a:solidFill>
                <a:latin typeface="Arial"/>
                <a:ea typeface="Arial"/>
                <a:cs typeface="Arial"/>
              </a:defRPr>
            </a:lvl3pPr>
            <a:lvl4pPr algn="l">
              <a:defRPr sz="1350" b="0">
                <a:solidFill>
                  <a:srgbClr val="6A6B7E"/>
                </a:solidFill>
                <a:latin typeface="Arial"/>
                <a:ea typeface="Arial"/>
                <a:cs typeface="Arial"/>
              </a:defRPr>
            </a:lvl4pPr>
            <a:lvl5pPr algn="l">
              <a:defRPr sz="1350" b="0">
                <a:solidFill>
                  <a:srgbClr val="6A6B7E"/>
                </a:solidFill>
                <a:latin typeface="Arial"/>
                <a:ea typeface="Arial"/>
                <a:cs typeface="Arial"/>
              </a:defRPr>
            </a:lvl5pPr>
            <a:lvl6pPr algn="l">
              <a:defRPr sz="1350" b="0">
                <a:solidFill>
                  <a:srgbClr val="6A6B7E"/>
                </a:solidFill>
                <a:latin typeface="Arial"/>
                <a:ea typeface="Arial"/>
                <a:cs typeface="Arial"/>
              </a:defRPr>
            </a:lvl6pPr>
            <a:lvl7pPr algn="l">
              <a:defRPr sz="1350" b="0">
                <a:solidFill>
                  <a:srgbClr val="6A6B7E"/>
                </a:solidFill>
                <a:latin typeface="Arial"/>
                <a:ea typeface="Arial"/>
                <a:cs typeface="Arial"/>
              </a:defRPr>
            </a:lvl7pPr>
            <a:lvl8pPr algn="l">
              <a:defRPr sz="1350" b="0">
                <a:solidFill>
                  <a:srgbClr val="6A6B7E"/>
                </a:solidFill>
                <a:latin typeface="Arial"/>
                <a:ea typeface="Arial"/>
                <a:cs typeface="Arial"/>
              </a:defRPr>
            </a:lvl8pPr>
            <a:lvl9pPr algn="l">
              <a:defRPr sz="1350" b="0">
                <a:solidFill>
                  <a:srgbClr val="6A6B7E"/>
                </a:solidFill>
                <a:latin typeface="Arial"/>
                <a:ea typeface="Arial"/>
                <a:cs typeface="Arial"/>
              </a:defRPr>
            </a:lvl9pPr>
          </a:lstStyle>
          <a:p xmlns:a="http://schemas.openxmlformats.org/drawingml/2006/main">
            <a:pPr algn="l">
              <a:defRPr sz="1350" b="0">
                <a:solidFill>
                  <a:srgbClr val="6A6B7E"/>
                </a:solidFill>
                <a:latin typeface="Arial"/>
                <a:ea typeface="Arial"/>
                <a:cs typeface="Arial"/>
              </a:defRPr>
            </a:pPr>
            <a:r>
              <a:rPr sz="1350" b="0">
                <a:solidFill>
                  <a:srgbClr val="6A6B7E"/>
                </a:solidFill>
                <a:latin typeface="Arial"/>
                <a:ea typeface="Arial"/>
                <a:cs typeface="Arial"/>
              </a:rPr>
              <a:t>No verified founder reviews or proven submission results are published yet.</a:t>
            </a:r>
          </a:p>
        </p:txBody>
      </p:sp>
      <p:sp>
        <p:nvSpPr>
          <p:cNvPr id="19" name="">
            <a:extLst xmlns:a="http://schemas.openxmlformats.org/drawingml/2006/main">
              <a:ext uri="{FF2B5EF4-FFF2-40B4-BE49-F238E27FC236}">
                <a16:creationId xmlns:a16="http://schemas.microsoft.com/office/drawing/2014/main" id="{4C58EC4C-468B-44BF-83D3-C893FC2B7842}"/>
              </a:ext>
            </a:extLst>
          </p:cNvPr>
          <p:cNvSpPr>
            <a:spLocks xmlns:a="http://schemas.openxmlformats.org/drawingml/2006/main" noGrp="1"/>
          </p:cNvSpPr>
          <p:nvPr/>
        </p:nvSpPr>
        <p:spPr>
          <a:xfrm xmlns:a="http://schemas.openxmlformats.org/drawingml/2006/main">
            <a:off x="6762750" y="50101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182A"/>
                </a:solidFill>
                <a:latin typeface="Arial"/>
                <a:ea typeface="Arial"/>
                <a:cs typeface="Arial"/>
              </a:defRPr>
            </a:defPPr>
            <a:lvl1pPr algn="l">
              <a:defRPr sz="1500" b="1">
                <a:solidFill>
                  <a:srgbClr val="17182A"/>
                </a:solidFill>
                <a:latin typeface="Arial"/>
                <a:ea typeface="Arial"/>
                <a:cs typeface="Arial"/>
              </a:defRPr>
            </a:lvl1pPr>
            <a:lvl2pPr algn="l">
              <a:defRPr sz="1500" b="1">
                <a:solidFill>
                  <a:srgbClr val="17182A"/>
                </a:solidFill>
                <a:latin typeface="Arial"/>
                <a:ea typeface="Arial"/>
                <a:cs typeface="Arial"/>
              </a:defRPr>
            </a:lvl2pPr>
            <a:lvl3pPr algn="l">
              <a:defRPr sz="1500" b="1">
                <a:solidFill>
                  <a:srgbClr val="17182A"/>
                </a:solidFill>
                <a:latin typeface="Arial"/>
                <a:ea typeface="Arial"/>
                <a:cs typeface="Arial"/>
              </a:defRPr>
            </a:lvl3pPr>
            <a:lvl4pPr algn="l">
              <a:defRPr sz="1500" b="1">
                <a:solidFill>
                  <a:srgbClr val="17182A"/>
                </a:solidFill>
                <a:latin typeface="Arial"/>
                <a:ea typeface="Arial"/>
                <a:cs typeface="Arial"/>
              </a:defRPr>
            </a:lvl4pPr>
            <a:lvl5pPr algn="l">
              <a:defRPr sz="1500" b="1">
                <a:solidFill>
                  <a:srgbClr val="17182A"/>
                </a:solidFill>
                <a:latin typeface="Arial"/>
                <a:ea typeface="Arial"/>
                <a:cs typeface="Arial"/>
              </a:defRPr>
            </a:lvl5pPr>
            <a:lvl6pPr algn="l">
              <a:defRPr sz="1500" b="1">
                <a:solidFill>
                  <a:srgbClr val="17182A"/>
                </a:solidFill>
                <a:latin typeface="Arial"/>
                <a:ea typeface="Arial"/>
                <a:cs typeface="Arial"/>
              </a:defRPr>
            </a:lvl6pPr>
            <a:lvl7pPr algn="l">
              <a:defRPr sz="1500" b="1">
                <a:solidFill>
                  <a:srgbClr val="17182A"/>
                </a:solidFill>
                <a:latin typeface="Arial"/>
                <a:ea typeface="Arial"/>
                <a:cs typeface="Arial"/>
              </a:defRPr>
            </a:lvl7pPr>
            <a:lvl8pPr algn="l">
              <a:defRPr sz="1500" b="1">
                <a:solidFill>
                  <a:srgbClr val="17182A"/>
                </a:solidFill>
                <a:latin typeface="Arial"/>
                <a:ea typeface="Arial"/>
                <a:cs typeface="Arial"/>
              </a:defRPr>
            </a:lvl8pPr>
            <a:lvl9pPr algn="l">
              <a:defRPr sz="1500" b="1">
                <a:solidFill>
                  <a:srgbClr val="17182A"/>
                </a:solidFill>
                <a:latin typeface="Arial"/>
                <a:ea typeface="Arial"/>
                <a:cs typeface="Arial"/>
              </a:defRPr>
            </a:lvl9pPr>
          </a:lstStyle>
          <a:p xmlns:a="http://schemas.openxmlformats.org/drawingml/2006/main">
            <a:pPr algn="l">
              <a:defRPr sz="1500" b="1">
                <a:solidFill>
                  <a:srgbClr val="17182A"/>
                </a:solidFill>
                <a:latin typeface="Arial"/>
                <a:ea typeface="Arial"/>
                <a:cs typeface="Arial"/>
              </a:defRPr>
            </a:pPr>
            <a:r>
              <a:rPr sz="1500" b="1">
                <a:solidFill>
                  <a:srgbClr val="17182A"/>
                </a:solidFill>
                <a:latin typeface="Arial"/>
                <a:ea typeface="Arial"/>
                <a:cs typeface="Arial"/>
              </a:rPr>
              <a:t>Public access</a:t>
            </a:r>
          </a:p>
        </p:txBody>
      </p:sp>
      <p:sp>
        <p:nvSpPr>
          <p:cNvPr id="20" name="">
            <a:extLst xmlns:a="http://schemas.openxmlformats.org/drawingml/2006/main">
              <a:ext uri="{FF2B5EF4-FFF2-40B4-BE49-F238E27FC236}">
                <a16:creationId xmlns:a16="http://schemas.microsoft.com/office/drawing/2014/main" id="{97BE85D8-44CB-40BA-9C3B-CDF609CB3689}"/>
              </a:ext>
            </a:extLst>
          </p:cNvPr>
          <p:cNvSpPr>
            <a:spLocks xmlns:a="http://schemas.openxmlformats.org/drawingml/2006/main" noGrp="1"/>
          </p:cNvSpPr>
          <p:nvPr/>
        </p:nvSpPr>
        <p:spPr>
          <a:xfrm xmlns:a="http://schemas.openxmlformats.org/drawingml/2006/main">
            <a:off x="6762750" y="5353050"/>
            <a:ext cx="428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A6B7E"/>
                </a:solidFill>
                <a:latin typeface="Arial"/>
                <a:ea typeface="Arial"/>
                <a:cs typeface="Arial"/>
              </a:defRPr>
            </a:defPPr>
            <a:lvl1pPr algn="l">
              <a:defRPr sz="1350" b="0">
                <a:solidFill>
                  <a:srgbClr val="6A6B7E"/>
                </a:solidFill>
                <a:latin typeface="Arial"/>
                <a:ea typeface="Arial"/>
                <a:cs typeface="Arial"/>
              </a:defRPr>
            </a:lvl1pPr>
            <a:lvl2pPr algn="l">
              <a:defRPr sz="1350" b="0">
                <a:solidFill>
                  <a:srgbClr val="6A6B7E"/>
                </a:solidFill>
                <a:latin typeface="Arial"/>
                <a:ea typeface="Arial"/>
                <a:cs typeface="Arial"/>
              </a:defRPr>
            </a:lvl2pPr>
            <a:lvl3pPr algn="l">
              <a:defRPr sz="1350" b="0">
                <a:solidFill>
                  <a:srgbClr val="6A6B7E"/>
                </a:solidFill>
                <a:latin typeface="Arial"/>
                <a:ea typeface="Arial"/>
                <a:cs typeface="Arial"/>
              </a:defRPr>
            </a:lvl3pPr>
            <a:lvl4pPr algn="l">
              <a:defRPr sz="1350" b="0">
                <a:solidFill>
                  <a:srgbClr val="6A6B7E"/>
                </a:solidFill>
                <a:latin typeface="Arial"/>
                <a:ea typeface="Arial"/>
                <a:cs typeface="Arial"/>
              </a:defRPr>
            </a:lvl4pPr>
            <a:lvl5pPr algn="l">
              <a:defRPr sz="1350" b="0">
                <a:solidFill>
                  <a:srgbClr val="6A6B7E"/>
                </a:solidFill>
                <a:latin typeface="Arial"/>
                <a:ea typeface="Arial"/>
                <a:cs typeface="Arial"/>
              </a:defRPr>
            </a:lvl5pPr>
            <a:lvl6pPr algn="l">
              <a:defRPr sz="1350" b="0">
                <a:solidFill>
                  <a:srgbClr val="6A6B7E"/>
                </a:solidFill>
                <a:latin typeface="Arial"/>
                <a:ea typeface="Arial"/>
                <a:cs typeface="Arial"/>
              </a:defRPr>
            </a:lvl6pPr>
            <a:lvl7pPr algn="l">
              <a:defRPr sz="1350" b="0">
                <a:solidFill>
                  <a:srgbClr val="6A6B7E"/>
                </a:solidFill>
                <a:latin typeface="Arial"/>
                <a:ea typeface="Arial"/>
                <a:cs typeface="Arial"/>
              </a:defRPr>
            </a:lvl7pPr>
            <a:lvl8pPr algn="l">
              <a:defRPr sz="1350" b="0">
                <a:solidFill>
                  <a:srgbClr val="6A6B7E"/>
                </a:solidFill>
                <a:latin typeface="Arial"/>
                <a:ea typeface="Arial"/>
                <a:cs typeface="Arial"/>
              </a:defRPr>
            </a:lvl8pPr>
            <a:lvl9pPr algn="l">
              <a:defRPr sz="1350" b="0">
                <a:solidFill>
                  <a:srgbClr val="6A6B7E"/>
                </a:solidFill>
                <a:latin typeface="Arial"/>
                <a:ea typeface="Arial"/>
                <a:cs typeface="Arial"/>
              </a:defRPr>
            </a:lvl9pPr>
          </a:lstStyle>
          <a:p xmlns:a="http://schemas.openxmlformats.org/drawingml/2006/main">
            <a:pPr algn="l">
              <a:defRPr sz="1350" b="0">
                <a:solidFill>
                  <a:srgbClr val="6A6B7E"/>
                </a:solidFill>
                <a:latin typeface="Arial"/>
                <a:ea typeface="Arial"/>
                <a:cs typeface="Arial"/>
              </a:defRPr>
            </a:pPr>
            <a:r>
              <a:rPr sz="1350" b="0">
                <a:solidFill>
                  <a:srgbClr val="6A6B7E"/>
                </a:solidFill>
                <a:latin typeface="Arial"/>
                <a:ea typeface="Arial"/>
                <a:cs typeface="Arial"/>
              </a:rPr>
              <a:t>The Vercel frontend currently requires team authentication.</a:t>
            </a:r>
          </a:p>
        </p:txBody>
      </p:sp>
      <p:sp>
        <p:nvSpPr>
          <p:cNvPr id="21" name="">
            <a:extLst xmlns:a="http://schemas.openxmlformats.org/drawingml/2006/main">
              <a:ext uri="{FF2B5EF4-FFF2-40B4-BE49-F238E27FC236}">
                <a16:creationId xmlns:a16="http://schemas.microsoft.com/office/drawing/2014/main" id="{D1F3D8CB-3D02-4F1E-8E24-C1CF8C8EEA41}"/>
              </a:ext>
            </a:extLst>
          </p:cNvPr>
          <p:cNvSpPr>
            <a:spLocks xmlns:a="http://schemas.openxmlformats.org/drawingml/2006/main" noGrp="1"/>
          </p:cNvSpPr>
          <p:nvPr/>
        </p:nvSpPr>
        <p:spPr>
          <a:xfrm xmlns:a="http://schemas.openxmlformats.org/drawingml/2006/main">
            <a:off x="685800" y="5924550"/>
            <a:ext cx="10820400" cy="314325"/>
          </a:xfrm>
          <a:prstGeom xmlns:a="http://schemas.openxmlformats.org/drawingml/2006/main" prst="roundRect">
            <a:avLst>
              <a:gd name="adj" fmla="val 30303"/>
            </a:avLst>
          </a:prstGeom>
          <a:solidFill xmlns:a="http://schemas.openxmlformats.org/drawingml/2006/main">
            <a:srgbClr val="EAE7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82F8339-9D92-47D3-B096-5AFCA784FC4D}"/>
              </a:ext>
            </a:extLst>
          </p:cNvPr>
          <p:cNvSpPr>
            <a:spLocks xmlns:a="http://schemas.openxmlformats.org/drawingml/2006/main" noGrp="1"/>
          </p:cNvSpPr>
          <p:nvPr/>
        </p:nvSpPr>
        <p:spPr>
          <a:xfrm xmlns:a="http://schemas.openxmlformats.org/drawingml/2006/main">
            <a:off x="876300" y="59912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182A"/>
                </a:solidFill>
                <a:latin typeface="Arial"/>
                <a:ea typeface="Arial"/>
                <a:cs typeface="Arial"/>
              </a:defRPr>
            </a:defPPr>
            <a:lvl1pPr algn="l">
              <a:defRPr sz="1050" b="1">
                <a:solidFill>
                  <a:srgbClr val="17182A"/>
                </a:solidFill>
                <a:latin typeface="Arial"/>
                <a:ea typeface="Arial"/>
                <a:cs typeface="Arial"/>
              </a:defRPr>
            </a:lvl1pPr>
            <a:lvl2pPr algn="l">
              <a:defRPr sz="1050" b="1">
                <a:solidFill>
                  <a:srgbClr val="17182A"/>
                </a:solidFill>
                <a:latin typeface="Arial"/>
                <a:ea typeface="Arial"/>
                <a:cs typeface="Arial"/>
              </a:defRPr>
            </a:lvl2pPr>
            <a:lvl3pPr algn="l">
              <a:defRPr sz="1050" b="1">
                <a:solidFill>
                  <a:srgbClr val="17182A"/>
                </a:solidFill>
                <a:latin typeface="Arial"/>
                <a:ea typeface="Arial"/>
                <a:cs typeface="Arial"/>
              </a:defRPr>
            </a:lvl3pPr>
            <a:lvl4pPr algn="l">
              <a:defRPr sz="1050" b="1">
                <a:solidFill>
                  <a:srgbClr val="17182A"/>
                </a:solidFill>
                <a:latin typeface="Arial"/>
                <a:ea typeface="Arial"/>
                <a:cs typeface="Arial"/>
              </a:defRPr>
            </a:lvl4pPr>
            <a:lvl5pPr algn="l">
              <a:defRPr sz="1050" b="1">
                <a:solidFill>
                  <a:srgbClr val="17182A"/>
                </a:solidFill>
                <a:latin typeface="Arial"/>
                <a:ea typeface="Arial"/>
                <a:cs typeface="Arial"/>
              </a:defRPr>
            </a:lvl5pPr>
            <a:lvl6pPr algn="l">
              <a:defRPr sz="1050" b="1">
                <a:solidFill>
                  <a:srgbClr val="17182A"/>
                </a:solidFill>
                <a:latin typeface="Arial"/>
                <a:ea typeface="Arial"/>
                <a:cs typeface="Arial"/>
              </a:defRPr>
            </a:lvl6pPr>
            <a:lvl7pPr algn="l">
              <a:defRPr sz="1050" b="1">
                <a:solidFill>
                  <a:srgbClr val="17182A"/>
                </a:solidFill>
                <a:latin typeface="Arial"/>
                <a:ea typeface="Arial"/>
                <a:cs typeface="Arial"/>
              </a:defRPr>
            </a:lvl7pPr>
            <a:lvl8pPr algn="l">
              <a:defRPr sz="1050" b="1">
                <a:solidFill>
                  <a:srgbClr val="17182A"/>
                </a:solidFill>
                <a:latin typeface="Arial"/>
                <a:ea typeface="Arial"/>
                <a:cs typeface="Arial"/>
              </a:defRPr>
            </a:lvl8pPr>
            <a:lvl9pPr algn="l">
              <a:defRPr sz="1050" b="1">
                <a:solidFill>
                  <a:srgbClr val="17182A"/>
                </a:solidFill>
                <a:latin typeface="Arial"/>
                <a:ea typeface="Arial"/>
                <a:cs typeface="Arial"/>
              </a:defRPr>
            </a:lvl9pPr>
          </a:lstStyle>
          <a:p xmlns:a="http://schemas.openxmlformats.org/drawingml/2006/main">
            <a:pPr algn="l">
              <a:defRPr sz="1050" b="1">
                <a:solidFill>
                  <a:srgbClr val="17182A"/>
                </a:solidFill>
                <a:latin typeface="Arial"/>
                <a:ea typeface="Arial"/>
                <a:cs typeface="Arial"/>
              </a:defRPr>
            </a:pPr>
            <a:r>
              <a:rPr sz="1050" b="1">
                <a:solidFill>
                  <a:srgbClr val="17182A"/>
                </a:solidFill>
                <a:latin typeface="Arial"/>
                <a:ea typeface="Arial"/>
                <a:cs typeface="Arial"/>
              </a:rPr>
              <a:t>Demo cards and scores are illustrative, not live verified grant matches.</a:t>
            </a:r>
          </a:p>
        </p:txBody>
      </p:sp>
      <p:sp>
        <p:nvSpPr>
          <p:cNvPr id="23" name="">
            <a:extLst xmlns:a="http://schemas.openxmlformats.org/drawingml/2006/main">
              <a:ext uri="{FF2B5EF4-FFF2-40B4-BE49-F238E27FC236}">
                <a16:creationId xmlns:a16="http://schemas.microsoft.com/office/drawing/2014/main" id="{A1016256-5E5A-4DC0-83B5-B0A3D90D7166}"/>
              </a:ext>
            </a:extLst>
          </p:cNvPr>
          <p:cNvSpPr>
            <a:spLocks xmlns:a="http://schemas.openxmlformats.org/drawingml/2006/main" noGrp="1"/>
          </p:cNvSpPr>
          <p:nvPr/>
        </p:nvSpPr>
        <p:spPr>
          <a:xfrm xmlns:a="http://schemas.openxmlformats.org/drawingml/2006/main">
            <a:off x="609600" y="64579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6A6B7E"/>
                </a:solidFill>
                <a:latin typeface="Arial"/>
                <a:ea typeface="Arial"/>
                <a:cs typeface="Arial"/>
              </a:defRPr>
            </a:defPPr>
            <a:lvl1pPr algn="l">
              <a:defRPr sz="900" b="1">
                <a:solidFill>
                  <a:srgbClr val="6A6B7E"/>
                </a:solidFill>
                <a:latin typeface="Arial"/>
                <a:ea typeface="Arial"/>
                <a:cs typeface="Arial"/>
              </a:defRPr>
            </a:lvl1pPr>
            <a:lvl2pPr algn="l">
              <a:defRPr sz="900" b="1">
                <a:solidFill>
                  <a:srgbClr val="6A6B7E"/>
                </a:solidFill>
                <a:latin typeface="Arial"/>
                <a:ea typeface="Arial"/>
                <a:cs typeface="Arial"/>
              </a:defRPr>
            </a:lvl2pPr>
            <a:lvl3pPr algn="l">
              <a:defRPr sz="900" b="1">
                <a:solidFill>
                  <a:srgbClr val="6A6B7E"/>
                </a:solidFill>
                <a:latin typeface="Arial"/>
                <a:ea typeface="Arial"/>
                <a:cs typeface="Arial"/>
              </a:defRPr>
            </a:lvl3pPr>
            <a:lvl4pPr algn="l">
              <a:defRPr sz="900" b="1">
                <a:solidFill>
                  <a:srgbClr val="6A6B7E"/>
                </a:solidFill>
                <a:latin typeface="Arial"/>
                <a:ea typeface="Arial"/>
                <a:cs typeface="Arial"/>
              </a:defRPr>
            </a:lvl4pPr>
            <a:lvl5pPr algn="l">
              <a:defRPr sz="900" b="1">
                <a:solidFill>
                  <a:srgbClr val="6A6B7E"/>
                </a:solidFill>
                <a:latin typeface="Arial"/>
                <a:ea typeface="Arial"/>
                <a:cs typeface="Arial"/>
              </a:defRPr>
            </a:lvl5pPr>
            <a:lvl6pPr algn="l">
              <a:defRPr sz="900" b="1">
                <a:solidFill>
                  <a:srgbClr val="6A6B7E"/>
                </a:solidFill>
                <a:latin typeface="Arial"/>
                <a:ea typeface="Arial"/>
                <a:cs typeface="Arial"/>
              </a:defRPr>
            </a:lvl6pPr>
            <a:lvl7pPr algn="l">
              <a:defRPr sz="900" b="1">
                <a:solidFill>
                  <a:srgbClr val="6A6B7E"/>
                </a:solidFill>
                <a:latin typeface="Arial"/>
                <a:ea typeface="Arial"/>
                <a:cs typeface="Arial"/>
              </a:defRPr>
            </a:lvl7pPr>
            <a:lvl8pPr algn="l">
              <a:defRPr sz="900" b="1">
                <a:solidFill>
                  <a:srgbClr val="6A6B7E"/>
                </a:solidFill>
                <a:latin typeface="Arial"/>
                <a:ea typeface="Arial"/>
                <a:cs typeface="Arial"/>
              </a:defRPr>
            </a:lvl8pPr>
            <a:lvl9pPr algn="l">
              <a:defRPr sz="900" b="1">
                <a:solidFill>
                  <a:srgbClr val="6A6B7E"/>
                </a:solidFill>
                <a:latin typeface="Arial"/>
                <a:ea typeface="Arial"/>
                <a:cs typeface="Arial"/>
              </a:defRPr>
            </a:lvl9pPr>
          </a:lstStyle>
          <a:p xmlns:a="http://schemas.openxmlformats.org/drawingml/2006/main">
            <a:pPr algn="l">
              <a:defRPr sz="900" b="1">
                <a:solidFill>
                  <a:srgbClr val="6A6B7E"/>
                </a:solidFill>
                <a:latin typeface="Arial"/>
                <a:ea typeface="Arial"/>
                <a:cs typeface="Arial"/>
              </a:defRPr>
            </a:pPr>
            <a:r>
              <a:rPr sz="900" b="1">
                <a:solidFill>
                  <a:srgbClr val="6A6B7E"/>
                </a:solidFill>
                <a:latin typeface="Arial"/>
                <a:ea typeface="Arial"/>
                <a:cs typeface="Arial"/>
              </a:rPr>
              <a:t>AUTOGRANT  /  PROJECT OVERVIEW</a:t>
            </a:r>
          </a:p>
        </p:txBody>
      </p:sp>
      <p:sp>
        <p:nvSpPr>
          <p:cNvPr id="24" name="">
            <a:extLst xmlns:a="http://schemas.openxmlformats.org/drawingml/2006/main">
              <a:ext uri="{FF2B5EF4-FFF2-40B4-BE49-F238E27FC236}">
                <a16:creationId xmlns:a16="http://schemas.microsoft.com/office/drawing/2014/main" id="{2A9D6D19-4A8B-463F-9E25-0D0133A07788}"/>
              </a:ext>
            </a:extLst>
          </p:cNvPr>
          <p:cNvSpPr>
            <a:spLocks xmlns:a="http://schemas.openxmlformats.org/drawingml/2006/main" noGrp="1"/>
          </p:cNvSpPr>
          <p:nvPr/>
        </p:nvSpPr>
        <p:spPr>
          <a:xfrm xmlns:a="http://schemas.openxmlformats.org/drawingml/2006/main">
            <a:off x="11334750" y="64389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6A6B7E"/>
                </a:solidFill>
                <a:latin typeface="Arial"/>
                <a:ea typeface="Arial"/>
                <a:cs typeface="Arial"/>
              </a:defRPr>
            </a:defPPr>
            <a:lvl1pPr algn="r">
              <a:defRPr sz="900" b="1">
                <a:solidFill>
                  <a:srgbClr val="6A6B7E"/>
                </a:solidFill>
                <a:latin typeface="Arial"/>
                <a:ea typeface="Arial"/>
                <a:cs typeface="Arial"/>
              </a:defRPr>
            </a:lvl1pPr>
            <a:lvl2pPr algn="r">
              <a:defRPr sz="900" b="1">
                <a:solidFill>
                  <a:srgbClr val="6A6B7E"/>
                </a:solidFill>
                <a:latin typeface="Arial"/>
                <a:ea typeface="Arial"/>
                <a:cs typeface="Arial"/>
              </a:defRPr>
            </a:lvl2pPr>
            <a:lvl3pPr algn="r">
              <a:defRPr sz="900" b="1">
                <a:solidFill>
                  <a:srgbClr val="6A6B7E"/>
                </a:solidFill>
                <a:latin typeface="Arial"/>
                <a:ea typeface="Arial"/>
                <a:cs typeface="Arial"/>
              </a:defRPr>
            </a:lvl3pPr>
            <a:lvl4pPr algn="r">
              <a:defRPr sz="900" b="1">
                <a:solidFill>
                  <a:srgbClr val="6A6B7E"/>
                </a:solidFill>
                <a:latin typeface="Arial"/>
                <a:ea typeface="Arial"/>
                <a:cs typeface="Arial"/>
              </a:defRPr>
            </a:lvl4pPr>
            <a:lvl5pPr algn="r">
              <a:defRPr sz="900" b="1">
                <a:solidFill>
                  <a:srgbClr val="6A6B7E"/>
                </a:solidFill>
                <a:latin typeface="Arial"/>
                <a:ea typeface="Arial"/>
                <a:cs typeface="Arial"/>
              </a:defRPr>
            </a:lvl5pPr>
            <a:lvl6pPr algn="r">
              <a:defRPr sz="900" b="1">
                <a:solidFill>
                  <a:srgbClr val="6A6B7E"/>
                </a:solidFill>
                <a:latin typeface="Arial"/>
                <a:ea typeface="Arial"/>
                <a:cs typeface="Arial"/>
              </a:defRPr>
            </a:lvl6pPr>
            <a:lvl7pPr algn="r">
              <a:defRPr sz="900" b="1">
                <a:solidFill>
                  <a:srgbClr val="6A6B7E"/>
                </a:solidFill>
                <a:latin typeface="Arial"/>
                <a:ea typeface="Arial"/>
                <a:cs typeface="Arial"/>
              </a:defRPr>
            </a:lvl7pPr>
            <a:lvl8pPr algn="r">
              <a:defRPr sz="900" b="1">
                <a:solidFill>
                  <a:srgbClr val="6A6B7E"/>
                </a:solidFill>
                <a:latin typeface="Arial"/>
                <a:ea typeface="Arial"/>
                <a:cs typeface="Arial"/>
              </a:defRPr>
            </a:lvl8pPr>
            <a:lvl9pPr algn="r">
              <a:defRPr sz="900" b="1">
                <a:solidFill>
                  <a:srgbClr val="6A6B7E"/>
                </a:solidFill>
                <a:latin typeface="Arial"/>
                <a:ea typeface="Arial"/>
                <a:cs typeface="Arial"/>
              </a:defRPr>
            </a:lvl9pPr>
          </a:lstStyle>
          <a:p xmlns:a="http://schemas.openxmlformats.org/drawingml/2006/main">
            <a:pPr algn="r">
              <a:defRPr sz="900" b="1">
                <a:solidFill>
                  <a:srgbClr val="6A6B7E"/>
                </a:solidFill>
                <a:latin typeface="Arial"/>
                <a:ea typeface="Arial"/>
                <a:cs typeface="Arial"/>
              </a:defRPr>
            </a:pPr>
            <a:r>
              <a:rPr sz="900" b="1">
                <a:solidFill>
                  <a:srgbClr val="6A6B7E"/>
                </a:solidFill>
                <a:latin typeface="Arial"/>
                <a:ea typeface="Arial"/>
                <a:cs typeface="Arial"/>
              </a:rPr>
              <a:t>07</a:t>
            </a:r>
          </a:p>
        </p:txBody>
      </p:sp>
    </p:spTree>
    <p:extLst>
      <p:ext uri="{BB962C8B-B14F-4D97-AF65-F5344CB8AC3E}">
        <p14:creationId xmlns:p14="http://schemas.microsoft.com/office/powerpoint/2010/main" val="1881329637"/>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EED7FAD-F8C0-496F-BF58-130BAC35E08E}"/>
              </a:ext>
            </a:extLst>
          </p:cNvPr>
          <p:cNvSpPr>
            <a:spLocks xmlns:a="http://schemas.openxmlformats.org/drawingml/2006/main" noGrp="1"/>
          </p:cNvSpPr>
          <p:nvPr/>
        </p:nvSpPr>
        <p:spPr>
          <a:xfrm xmlns:a="http://schemas.openxmlformats.org/drawingml/2006/main">
            <a:off x="685800" y="400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554E8"/>
                </a:solidFill>
                <a:latin typeface="Arial"/>
                <a:ea typeface="Arial"/>
                <a:cs typeface="Arial"/>
              </a:defRPr>
            </a:defPPr>
            <a:lvl1pPr algn="l">
              <a:defRPr sz="975" b="1">
                <a:solidFill>
                  <a:srgbClr val="6554E8"/>
                </a:solidFill>
                <a:latin typeface="Arial"/>
                <a:ea typeface="Arial"/>
                <a:cs typeface="Arial"/>
              </a:defRPr>
            </a:lvl1pPr>
            <a:lvl2pPr algn="l">
              <a:defRPr sz="975" b="1">
                <a:solidFill>
                  <a:srgbClr val="6554E8"/>
                </a:solidFill>
                <a:latin typeface="Arial"/>
                <a:ea typeface="Arial"/>
                <a:cs typeface="Arial"/>
              </a:defRPr>
            </a:lvl2pPr>
            <a:lvl3pPr algn="l">
              <a:defRPr sz="975" b="1">
                <a:solidFill>
                  <a:srgbClr val="6554E8"/>
                </a:solidFill>
                <a:latin typeface="Arial"/>
                <a:ea typeface="Arial"/>
                <a:cs typeface="Arial"/>
              </a:defRPr>
            </a:lvl3pPr>
            <a:lvl4pPr algn="l">
              <a:defRPr sz="975" b="1">
                <a:solidFill>
                  <a:srgbClr val="6554E8"/>
                </a:solidFill>
                <a:latin typeface="Arial"/>
                <a:ea typeface="Arial"/>
                <a:cs typeface="Arial"/>
              </a:defRPr>
            </a:lvl4pPr>
            <a:lvl5pPr algn="l">
              <a:defRPr sz="975" b="1">
                <a:solidFill>
                  <a:srgbClr val="6554E8"/>
                </a:solidFill>
                <a:latin typeface="Arial"/>
                <a:ea typeface="Arial"/>
                <a:cs typeface="Arial"/>
              </a:defRPr>
            </a:lvl5pPr>
            <a:lvl6pPr algn="l">
              <a:defRPr sz="975" b="1">
                <a:solidFill>
                  <a:srgbClr val="6554E8"/>
                </a:solidFill>
                <a:latin typeface="Arial"/>
                <a:ea typeface="Arial"/>
                <a:cs typeface="Arial"/>
              </a:defRPr>
            </a:lvl6pPr>
            <a:lvl7pPr algn="l">
              <a:defRPr sz="975" b="1">
                <a:solidFill>
                  <a:srgbClr val="6554E8"/>
                </a:solidFill>
                <a:latin typeface="Arial"/>
                <a:ea typeface="Arial"/>
                <a:cs typeface="Arial"/>
              </a:defRPr>
            </a:lvl7pPr>
            <a:lvl8pPr algn="l">
              <a:defRPr sz="975" b="1">
                <a:solidFill>
                  <a:srgbClr val="6554E8"/>
                </a:solidFill>
                <a:latin typeface="Arial"/>
                <a:ea typeface="Arial"/>
                <a:cs typeface="Arial"/>
              </a:defRPr>
            </a:lvl8pPr>
            <a:lvl9pPr algn="l">
              <a:defRPr sz="975" b="1">
                <a:solidFill>
                  <a:srgbClr val="6554E8"/>
                </a:solidFill>
                <a:latin typeface="Arial"/>
                <a:ea typeface="Arial"/>
                <a:cs typeface="Arial"/>
              </a:defRPr>
            </a:lvl9pPr>
          </a:lstStyle>
          <a:p xmlns:a="http://schemas.openxmlformats.org/drawingml/2006/main">
            <a:pPr algn="l">
              <a:defRPr sz="975" b="1">
                <a:solidFill>
                  <a:srgbClr val="6554E8"/>
                </a:solidFill>
                <a:latin typeface="Arial"/>
                <a:ea typeface="Arial"/>
                <a:cs typeface="Arial"/>
              </a:defRPr>
            </a:pPr>
            <a:r>
              <a:rPr sz="975" b="1">
                <a:solidFill>
                  <a:srgbClr val="6554E8"/>
                </a:solidFill>
                <a:latin typeface="Arial"/>
                <a:ea typeface="Arial"/>
                <a:cs typeface="Arial"/>
              </a:rPr>
              <a:t>NEXT MILESTONES</a:t>
            </a:r>
          </a:p>
        </p:txBody>
      </p:sp>
      <p:sp>
        <p:nvSpPr>
          <p:cNvPr id="2" name="">
            <a:extLst xmlns:a="http://schemas.openxmlformats.org/drawingml/2006/main">
              <a:ext uri="{FF2B5EF4-FFF2-40B4-BE49-F238E27FC236}">
                <a16:creationId xmlns:a16="http://schemas.microsoft.com/office/drawing/2014/main" id="{67CC7858-F417-40B1-8441-57D95A6D13B4}"/>
              </a:ext>
            </a:extLst>
          </p:cNvPr>
          <p:cNvSpPr>
            <a:spLocks xmlns:a="http://schemas.openxmlformats.org/drawingml/2006/main" noGrp="1"/>
          </p:cNvSpPr>
          <p:nvPr/>
        </p:nvSpPr>
        <p:spPr>
          <a:xfrm xmlns:a="http://schemas.openxmlformats.org/drawingml/2006/main">
            <a:off x="685800" y="78105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7182A"/>
                </a:solidFill>
                <a:latin typeface="Arial"/>
                <a:ea typeface="Arial"/>
                <a:cs typeface="Arial"/>
              </a:defRPr>
            </a:defPPr>
            <a:lvl1pPr algn="l">
              <a:defRPr sz="3150" b="1">
                <a:solidFill>
                  <a:srgbClr val="17182A"/>
                </a:solidFill>
                <a:latin typeface="Arial"/>
                <a:ea typeface="Arial"/>
                <a:cs typeface="Arial"/>
              </a:defRPr>
            </a:lvl1pPr>
            <a:lvl2pPr algn="l">
              <a:defRPr sz="3150" b="1">
                <a:solidFill>
                  <a:srgbClr val="17182A"/>
                </a:solidFill>
                <a:latin typeface="Arial"/>
                <a:ea typeface="Arial"/>
                <a:cs typeface="Arial"/>
              </a:defRPr>
            </a:lvl2pPr>
            <a:lvl3pPr algn="l">
              <a:defRPr sz="3150" b="1">
                <a:solidFill>
                  <a:srgbClr val="17182A"/>
                </a:solidFill>
                <a:latin typeface="Arial"/>
                <a:ea typeface="Arial"/>
                <a:cs typeface="Arial"/>
              </a:defRPr>
            </a:lvl3pPr>
            <a:lvl4pPr algn="l">
              <a:defRPr sz="3150" b="1">
                <a:solidFill>
                  <a:srgbClr val="17182A"/>
                </a:solidFill>
                <a:latin typeface="Arial"/>
                <a:ea typeface="Arial"/>
                <a:cs typeface="Arial"/>
              </a:defRPr>
            </a:lvl4pPr>
            <a:lvl5pPr algn="l">
              <a:defRPr sz="3150" b="1">
                <a:solidFill>
                  <a:srgbClr val="17182A"/>
                </a:solidFill>
                <a:latin typeface="Arial"/>
                <a:ea typeface="Arial"/>
                <a:cs typeface="Arial"/>
              </a:defRPr>
            </a:lvl5pPr>
            <a:lvl6pPr algn="l">
              <a:defRPr sz="3150" b="1">
                <a:solidFill>
                  <a:srgbClr val="17182A"/>
                </a:solidFill>
                <a:latin typeface="Arial"/>
                <a:ea typeface="Arial"/>
                <a:cs typeface="Arial"/>
              </a:defRPr>
            </a:lvl6pPr>
            <a:lvl7pPr algn="l">
              <a:defRPr sz="3150" b="1">
                <a:solidFill>
                  <a:srgbClr val="17182A"/>
                </a:solidFill>
                <a:latin typeface="Arial"/>
                <a:ea typeface="Arial"/>
                <a:cs typeface="Arial"/>
              </a:defRPr>
            </a:lvl7pPr>
            <a:lvl8pPr algn="l">
              <a:defRPr sz="3150" b="1">
                <a:solidFill>
                  <a:srgbClr val="17182A"/>
                </a:solidFill>
                <a:latin typeface="Arial"/>
                <a:ea typeface="Arial"/>
                <a:cs typeface="Arial"/>
              </a:defRPr>
            </a:lvl8pPr>
            <a:lvl9pPr algn="l">
              <a:defRPr sz="3150" b="1">
                <a:solidFill>
                  <a:srgbClr val="17182A"/>
                </a:solidFill>
                <a:latin typeface="Arial"/>
                <a:ea typeface="Arial"/>
                <a:cs typeface="Arial"/>
              </a:defRPr>
            </a:lvl9pPr>
          </a:lstStyle>
          <a:p xmlns:a="http://schemas.openxmlformats.org/drawingml/2006/main">
            <a:pPr algn="l">
              <a:defRPr sz="3150" b="1">
                <a:solidFill>
                  <a:srgbClr val="17182A"/>
                </a:solidFill>
                <a:latin typeface="Arial"/>
                <a:ea typeface="Arial"/>
                <a:cs typeface="Arial"/>
              </a:defRPr>
            </a:pPr>
            <a:r>
              <a:rPr sz="3150" b="1">
                <a:solidFill>
                  <a:srgbClr val="17182A"/>
                </a:solidFill>
                <a:latin typeface="Arial"/>
                <a:ea typeface="Arial"/>
                <a:cs typeface="Arial"/>
              </a:rPr>
              <a:t>Validate usefulness before scaling</a:t>
            </a:r>
          </a:p>
        </p:txBody>
      </p:sp>
      <p:sp>
        <p:nvSpPr>
          <p:cNvPr id="3" name="">
            <a:extLst xmlns:a="http://schemas.openxmlformats.org/drawingml/2006/main">
              <a:ext uri="{FF2B5EF4-FFF2-40B4-BE49-F238E27FC236}">
                <a16:creationId xmlns:a16="http://schemas.microsoft.com/office/drawing/2014/main" id="{FC3A4859-FFB8-40A4-AE11-70B12F1F4B1D}"/>
              </a:ext>
            </a:extLst>
          </p:cNvPr>
          <p:cNvSpPr>
            <a:spLocks xmlns:a="http://schemas.openxmlformats.org/drawingml/2006/main" noGrp="1"/>
          </p:cNvSpPr>
          <p:nvPr/>
        </p:nvSpPr>
        <p:spPr>
          <a:xfrm xmlns:a="http://schemas.openxmlformats.org/drawingml/2006/main">
            <a:off x="704850" y="15049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A6B7E"/>
                </a:solidFill>
                <a:latin typeface="Arial"/>
                <a:ea typeface="Arial"/>
                <a:cs typeface="Arial"/>
              </a:defRPr>
            </a:defPPr>
            <a:lvl1pPr algn="l">
              <a:defRPr sz="1575" b="0">
                <a:solidFill>
                  <a:srgbClr val="6A6B7E"/>
                </a:solidFill>
                <a:latin typeface="Arial"/>
                <a:ea typeface="Arial"/>
                <a:cs typeface="Arial"/>
              </a:defRPr>
            </a:lvl1pPr>
            <a:lvl2pPr algn="l">
              <a:defRPr sz="1575" b="0">
                <a:solidFill>
                  <a:srgbClr val="6A6B7E"/>
                </a:solidFill>
                <a:latin typeface="Arial"/>
                <a:ea typeface="Arial"/>
                <a:cs typeface="Arial"/>
              </a:defRPr>
            </a:lvl2pPr>
            <a:lvl3pPr algn="l">
              <a:defRPr sz="1575" b="0">
                <a:solidFill>
                  <a:srgbClr val="6A6B7E"/>
                </a:solidFill>
                <a:latin typeface="Arial"/>
                <a:ea typeface="Arial"/>
                <a:cs typeface="Arial"/>
              </a:defRPr>
            </a:lvl3pPr>
            <a:lvl4pPr algn="l">
              <a:defRPr sz="1575" b="0">
                <a:solidFill>
                  <a:srgbClr val="6A6B7E"/>
                </a:solidFill>
                <a:latin typeface="Arial"/>
                <a:ea typeface="Arial"/>
                <a:cs typeface="Arial"/>
              </a:defRPr>
            </a:lvl4pPr>
            <a:lvl5pPr algn="l">
              <a:defRPr sz="1575" b="0">
                <a:solidFill>
                  <a:srgbClr val="6A6B7E"/>
                </a:solidFill>
                <a:latin typeface="Arial"/>
                <a:ea typeface="Arial"/>
                <a:cs typeface="Arial"/>
              </a:defRPr>
            </a:lvl5pPr>
            <a:lvl6pPr algn="l">
              <a:defRPr sz="1575" b="0">
                <a:solidFill>
                  <a:srgbClr val="6A6B7E"/>
                </a:solidFill>
                <a:latin typeface="Arial"/>
                <a:ea typeface="Arial"/>
                <a:cs typeface="Arial"/>
              </a:defRPr>
            </a:lvl6pPr>
            <a:lvl7pPr algn="l">
              <a:defRPr sz="1575" b="0">
                <a:solidFill>
                  <a:srgbClr val="6A6B7E"/>
                </a:solidFill>
                <a:latin typeface="Arial"/>
                <a:ea typeface="Arial"/>
                <a:cs typeface="Arial"/>
              </a:defRPr>
            </a:lvl7pPr>
            <a:lvl8pPr algn="l">
              <a:defRPr sz="1575" b="0">
                <a:solidFill>
                  <a:srgbClr val="6A6B7E"/>
                </a:solidFill>
                <a:latin typeface="Arial"/>
                <a:ea typeface="Arial"/>
                <a:cs typeface="Arial"/>
              </a:defRPr>
            </a:lvl8pPr>
            <a:lvl9pPr algn="l">
              <a:defRPr sz="1575" b="0">
                <a:solidFill>
                  <a:srgbClr val="6A6B7E"/>
                </a:solidFill>
                <a:latin typeface="Arial"/>
                <a:ea typeface="Arial"/>
                <a:cs typeface="Arial"/>
              </a:defRPr>
            </a:lvl9pPr>
          </a:lstStyle>
          <a:p xmlns:a="http://schemas.openxmlformats.org/drawingml/2006/main">
            <a:pPr algn="l">
              <a:defRPr sz="1575" b="0">
                <a:solidFill>
                  <a:srgbClr val="6A6B7E"/>
                </a:solidFill>
                <a:latin typeface="Arial"/>
                <a:ea typeface="Arial"/>
                <a:cs typeface="Arial"/>
              </a:defRPr>
            </a:pPr>
            <a:r>
              <a:rPr sz="1575" b="0">
                <a:solidFill>
                  <a:srgbClr val="6A6B7E"/>
                </a:solidFill>
                <a:latin typeface="Arial"/>
                <a:ea typeface="Arial"/>
                <a:cs typeface="Arial"/>
              </a:rPr>
              <a:t>The next proof should come from real founders and real grant sources.</a:t>
            </a:r>
          </a:p>
        </p:txBody>
      </p:sp>
      <p:sp>
        <p:nvSpPr>
          <p:cNvPr id="4" name="">
            <a:extLst xmlns:a="http://schemas.openxmlformats.org/drawingml/2006/main">
              <a:ext uri="{FF2B5EF4-FFF2-40B4-BE49-F238E27FC236}">
                <a16:creationId xmlns:a16="http://schemas.microsoft.com/office/drawing/2014/main" id="{37631FA9-9D27-4585-964F-7EDD07F9908B}"/>
              </a:ext>
            </a:extLst>
          </p:cNvPr>
          <p:cNvSpPr>
            <a:spLocks xmlns:a="http://schemas.openxmlformats.org/drawingml/2006/main" noGrp="1"/>
          </p:cNvSpPr>
          <p:nvPr/>
        </p:nvSpPr>
        <p:spPr>
          <a:xfrm xmlns:a="http://schemas.openxmlformats.org/drawingml/2006/main">
            <a:off x="781050" y="2457450"/>
            <a:ext cx="85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6554E8"/>
                </a:solidFill>
                <a:latin typeface="Arial"/>
                <a:ea typeface="Arial"/>
                <a:cs typeface="Arial"/>
              </a:defRPr>
            </a:defPPr>
            <a:lvl1pPr algn="l">
              <a:defRPr sz="3375" b="1">
                <a:solidFill>
                  <a:srgbClr val="6554E8"/>
                </a:solidFill>
                <a:latin typeface="Arial"/>
                <a:ea typeface="Arial"/>
                <a:cs typeface="Arial"/>
              </a:defRPr>
            </a:lvl1pPr>
            <a:lvl2pPr algn="l">
              <a:defRPr sz="3375" b="1">
                <a:solidFill>
                  <a:srgbClr val="6554E8"/>
                </a:solidFill>
                <a:latin typeface="Arial"/>
                <a:ea typeface="Arial"/>
                <a:cs typeface="Arial"/>
              </a:defRPr>
            </a:lvl2pPr>
            <a:lvl3pPr algn="l">
              <a:defRPr sz="3375" b="1">
                <a:solidFill>
                  <a:srgbClr val="6554E8"/>
                </a:solidFill>
                <a:latin typeface="Arial"/>
                <a:ea typeface="Arial"/>
                <a:cs typeface="Arial"/>
              </a:defRPr>
            </a:lvl3pPr>
            <a:lvl4pPr algn="l">
              <a:defRPr sz="3375" b="1">
                <a:solidFill>
                  <a:srgbClr val="6554E8"/>
                </a:solidFill>
                <a:latin typeface="Arial"/>
                <a:ea typeface="Arial"/>
                <a:cs typeface="Arial"/>
              </a:defRPr>
            </a:lvl4pPr>
            <a:lvl5pPr algn="l">
              <a:defRPr sz="3375" b="1">
                <a:solidFill>
                  <a:srgbClr val="6554E8"/>
                </a:solidFill>
                <a:latin typeface="Arial"/>
                <a:ea typeface="Arial"/>
                <a:cs typeface="Arial"/>
              </a:defRPr>
            </a:lvl5pPr>
            <a:lvl6pPr algn="l">
              <a:defRPr sz="3375" b="1">
                <a:solidFill>
                  <a:srgbClr val="6554E8"/>
                </a:solidFill>
                <a:latin typeface="Arial"/>
                <a:ea typeface="Arial"/>
                <a:cs typeface="Arial"/>
              </a:defRPr>
            </a:lvl6pPr>
            <a:lvl7pPr algn="l">
              <a:defRPr sz="3375" b="1">
                <a:solidFill>
                  <a:srgbClr val="6554E8"/>
                </a:solidFill>
                <a:latin typeface="Arial"/>
                <a:ea typeface="Arial"/>
                <a:cs typeface="Arial"/>
              </a:defRPr>
            </a:lvl7pPr>
            <a:lvl8pPr algn="l">
              <a:defRPr sz="3375" b="1">
                <a:solidFill>
                  <a:srgbClr val="6554E8"/>
                </a:solidFill>
                <a:latin typeface="Arial"/>
                <a:ea typeface="Arial"/>
                <a:cs typeface="Arial"/>
              </a:defRPr>
            </a:lvl8pPr>
            <a:lvl9pPr algn="l">
              <a:defRPr sz="3375" b="1">
                <a:solidFill>
                  <a:srgbClr val="6554E8"/>
                </a:solidFill>
                <a:latin typeface="Arial"/>
                <a:ea typeface="Arial"/>
                <a:cs typeface="Arial"/>
              </a:defRPr>
            </a:lvl9pPr>
          </a:lstStyle>
          <a:p xmlns:a="http://schemas.openxmlformats.org/drawingml/2006/main">
            <a:pPr algn="l">
              <a:defRPr sz="3375" b="1">
                <a:solidFill>
                  <a:srgbClr val="6554E8"/>
                </a:solidFill>
                <a:latin typeface="Arial"/>
                <a:ea typeface="Arial"/>
                <a:cs typeface="Arial"/>
              </a:defRPr>
            </a:pPr>
            <a:r>
              <a:rPr sz="3375" b="1">
                <a:solidFill>
                  <a:srgbClr val="6554E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9D38466-7B9F-49B0-988C-56F258F35E6F}"/>
              </a:ext>
            </a:extLst>
          </p:cNvPr>
          <p:cNvSpPr>
            <a:spLocks xmlns:a="http://schemas.openxmlformats.org/drawingml/2006/main" noGrp="1"/>
          </p:cNvSpPr>
          <p:nvPr/>
        </p:nvSpPr>
        <p:spPr>
          <a:xfrm xmlns:a="http://schemas.openxmlformats.org/drawingml/2006/main">
            <a:off x="781050" y="32956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7182A"/>
                </a:solidFill>
                <a:latin typeface="Arial"/>
                <a:ea typeface="Arial"/>
                <a:cs typeface="Arial"/>
              </a:defRPr>
            </a:defPPr>
            <a:lvl1pPr algn="l">
              <a:defRPr sz="1950" b="1">
                <a:solidFill>
                  <a:srgbClr val="17182A"/>
                </a:solidFill>
                <a:latin typeface="Arial"/>
                <a:ea typeface="Arial"/>
                <a:cs typeface="Arial"/>
              </a:defRPr>
            </a:lvl1pPr>
            <a:lvl2pPr algn="l">
              <a:defRPr sz="1950" b="1">
                <a:solidFill>
                  <a:srgbClr val="17182A"/>
                </a:solidFill>
                <a:latin typeface="Arial"/>
                <a:ea typeface="Arial"/>
                <a:cs typeface="Arial"/>
              </a:defRPr>
            </a:lvl2pPr>
            <a:lvl3pPr algn="l">
              <a:defRPr sz="1950" b="1">
                <a:solidFill>
                  <a:srgbClr val="17182A"/>
                </a:solidFill>
                <a:latin typeface="Arial"/>
                <a:ea typeface="Arial"/>
                <a:cs typeface="Arial"/>
              </a:defRPr>
            </a:lvl3pPr>
            <a:lvl4pPr algn="l">
              <a:defRPr sz="1950" b="1">
                <a:solidFill>
                  <a:srgbClr val="17182A"/>
                </a:solidFill>
                <a:latin typeface="Arial"/>
                <a:ea typeface="Arial"/>
                <a:cs typeface="Arial"/>
              </a:defRPr>
            </a:lvl4pPr>
            <a:lvl5pPr algn="l">
              <a:defRPr sz="1950" b="1">
                <a:solidFill>
                  <a:srgbClr val="17182A"/>
                </a:solidFill>
                <a:latin typeface="Arial"/>
                <a:ea typeface="Arial"/>
                <a:cs typeface="Arial"/>
              </a:defRPr>
            </a:lvl5pPr>
            <a:lvl6pPr algn="l">
              <a:defRPr sz="1950" b="1">
                <a:solidFill>
                  <a:srgbClr val="17182A"/>
                </a:solidFill>
                <a:latin typeface="Arial"/>
                <a:ea typeface="Arial"/>
                <a:cs typeface="Arial"/>
              </a:defRPr>
            </a:lvl6pPr>
            <a:lvl7pPr algn="l">
              <a:defRPr sz="1950" b="1">
                <a:solidFill>
                  <a:srgbClr val="17182A"/>
                </a:solidFill>
                <a:latin typeface="Arial"/>
                <a:ea typeface="Arial"/>
                <a:cs typeface="Arial"/>
              </a:defRPr>
            </a:lvl7pPr>
            <a:lvl8pPr algn="l">
              <a:defRPr sz="1950" b="1">
                <a:solidFill>
                  <a:srgbClr val="17182A"/>
                </a:solidFill>
                <a:latin typeface="Arial"/>
                <a:ea typeface="Arial"/>
                <a:cs typeface="Arial"/>
              </a:defRPr>
            </a:lvl8pPr>
            <a:lvl9pPr algn="l">
              <a:defRPr sz="1950" b="1">
                <a:solidFill>
                  <a:srgbClr val="17182A"/>
                </a:solidFill>
                <a:latin typeface="Arial"/>
                <a:ea typeface="Arial"/>
                <a:cs typeface="Arial"/>
              </a:defRPr>
            </a:lvl9pPr>
          </a:lstStyle>
          <a:p xmlns:a="http://schemas.openxmlformats.org/drawingml/2006/main">
            <a:pPr algn="l">
              <a:defRPr sz="1950" b="1">
                <a:solidFill>
                  <a:srgbClr val="17182A"/>
                </a:solidFill>
                <a:latin typeface="Arial"/>
                <a:ea typeface="Arial"/>
                <a:cs typeface="Arial"/>
              </a:defRPr>
            </a:pPr>
            <a:r>
              <a:rPr sz="1950" b="1">
                <a:solidFill>
                  <a:srgbClr val="17182A"/>
                </a:solidFill>
                <a:latin typeface="Arial"/>
                <a:ea typeface="Arial"/>
                <a:cs typeface="Arial"/>
              </a:rPr>
              <a:t>Verify the search</a:t>
            </a:r>
          </a:p>
        </p:txBody>
      </p:sp>
      <p:sp>
        <p:nvSpPr>
          <p:cNvPr id="6" name="">
            <a:extLst xmlns:a="http://schemas.openxmlformats.org/drawingml/2006/main">
              <a:ext uri="{FF2B5EF4-FFF2-40B4-BE49-F238E27FC236}">
                <a16:creationId xmlns:a16="http://schemas.microsoft.com/office/drawing/2014/main" id="{9425C62F-65DB-44F6-8DC1-C44F3D4FE823}"/>
              </a:ext>
            </a:extLst>
          </p:cNvPr>
          <p:cNvSpPr>
            <a:spLocks xmlns:a="http://schemas.openxmlformats.org/drawingml/2006/main" noGrp="1"/>
          </p:cNvSpPr>
          <p:nvPr/>
        </p:nvSpPr>
        <p:spPr>
          <a:xfrm xmlns:a="http://schemas.openxmlformats.org/drawingml/2006/main">
            <a:off x="781050" y="3829050"/>
            <a:ext cx="3048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A6B7E"/>
                </a:solidFill>
                <a:latin typeface="Arial"/>
                <a:ea typeface="Arial"/>
                <a:cs typeface="Arial"/>
              </a:defRPr>
            </a:defPPr>
            <a:lvl1pPr algn="l">
              <a:defRPr sz="1425" b="0">
                <a:solidFill>
                  <a:srgbClr val="6A6B7E"/>
                </a:solidFill>
                <a:latin typeface="Arial"/>
                <a:ea typeface="Arial"/>
                <a:cs typeface="Arial"/>
              </a:defRPr>
            </a:lvl1pPr>
            <a:lvl2pPr algn="l">
              <a:defRPr sz="1425" b="0">
                <a:solidFill>
                  <a:srgbClr val="6A6B7E"/>
                </a:solidFill>
                <a:latin typeface="Arial"/>
                <a:ea typeface="Arial"/>
                <a:cs typeface="Arial"/>
              </a:defRPr>
            </a:lvl2pPr>
            <a:lvl3pPr algn="l">
              <a:defRPr sz="1425" b="0">
                <a:solidFill>
                  <a:srgbClr val="6A6B7E"/>
                </a:solidFill>
                <a:latin typeface="Arial"/>
                <a:ea typeface="Arial"/>
                <a:cs typeface="Arial"/>
              </a:defRPr>
            </a:lvl3pPr>
            <a:lvl4pPr algn="l">
              <a:defRPr sz="1425" b="0">
                <a:solidFill>
                  <a:srgbClr val="6A6B7E"/>
                </a:solidFill>
                <a:latin typeface="Arial"/>
                <a:ea typeface="Arial"/>
                <a:cs typeface="Arial"/>
              </a:defRPr>
            </a:lvl4pPr>
            <a:lvl5pPr algn="l">
              <a:defRPr sz="1425" b="0">
                <a:solidFill>
                  <a:srgbClr val="6A6B7E"/>
                </a:solidFill>
                <a:latin typeface="Arial"/>
                <a:ea typeface="Arial"/>
                <a:cs typeface="Arial"/>
              </a:defRPr>
            </a:lvl5pPr>
            <a:lvl6pPr algn="l">
              <a:defRPr sz="1425" b="0">
                <a:solidFill>
                  <a:srgbClr val="6A6B7E"/>
                </a:solidFill>
                <a:latin typeface="Arial"/>
                <a:ea typeface="Arial"/>
                <a:cs typeface="Arial"/>
              </a:defRPr>
            </a:lvl6pPr>
            <a:lvl7pPr algn="l">
              <a:defRPr sz="1425" b="0">
                <a:solidFill>
                  <a:srgbClr val="6A6B7E"/>
                </a:solidFill>
                <a:latin typeface="Arial"/>
                <a:ea typeface="Arial"/>
                <a:cs typeface="Arial"/>
              </a:defRPr>
            </a:lvl7pPr>
            <a:lvl8pPr algn="l">
              <a:defRPr sz="1425" b="0">
                <a:solidFill>
                  <a:srgbClr val="6A6B7E"/>
                </a:solidFill>
                <a:latin typeface="Arial"/>
                <a:ea typeface="Arial"/>
                <a:cs typeface="Arial"/>
              </a:defRPr>
            </a:lvl8pPr>
            <a:lvl9pPr algn="l">
              <a:defRPr sz="1425" b="0">
                <a:solidFill>
                  <a:srgbClr val="6A6B7E"/>
                </a:solidFill>
                <a:latin typeface="Arial"/>
                <a:ea typeface="Arial"/>
                <a:cs typeface="Arial"/>
              </a:defRPr>
            </a:lvl9pPr>
          </a:lstStyle>
          <a:p xmlns:a="http://schemas.openxmlformats.org/drawingml/2006/main">
            <a:pPr algn="l">
              <a:defRPr sz="1425" b="0">
                <a:solidFill>
                  <a:srgbClr val="6A6B7E"/>
                </a:solidFill>
                <a:latin typeface="Arial"/>
                <a:ea typeface="Arial"/>
                <a:cs typeface="Arial"/>
              </a:defRPr>
            </a:pPr>
            <a:r>
              <a:rPr sz="1425" b="0">
                <a:solidFill>
                  <a:srgbClr val="6A6B7E"/>
                </a:solidFill>
                <a:latin typeface="Arial"/>
                <a:ea typeface="Arial"/>
                <a:cs typeface="Arial"/>
              </a:rPr>
              <a:t>Check coverage, source links, eligibility and deadlines against a curated set of live programs.</a:t>
            </a:r>
          </a:p>
        </p:txBody>
      </p:sp>
      <p:sp>
        <p:nvSpPr>
          <p:cNvPr id="7" name="">
            <a:extLst xmlns:a="http://schemas.openxmlformats.org/drawingml/2006/main">
              <a:ext uri="{FF2B5EF4-FFF2-40B4-BE49-F238E27FC236}">
                <a16:creationId xmlns:a16="http://schemas.microsoft.com/office/drawing/2014/main" id="{C053EDBA-1753-49DF-8F06-45D970E67695}"/>
              </a:ext>
            </a:extLst>
          </p:cNvPr>
          <p:cNvSpPr>
            <a:spLocks xmlns:a="http://schemas.openxmlformats.org/drawingml/2006/main" noGrp="1"/>
          </p:cNvSpPr>
          <p:nvPr/>
        </p:nvSpPr>
        <p:spPr>
          <a:xfrm xmlns:a="http://schemas.openxmlformats.org/drawingml/2006/main">
            <a:off x="781050" y="5162550"/>
            <a:ext cx="3124200" cy="9525"/>
          </a:xfrm>
          <a:prstGeom xmlns:a="http://schemas.openxmlformats.org/drawingml/2006/main" prst="rect">
            <a:avLst/>
          </a:prstGeom>
          <a:solidFill xmlns:a="http://schemas.openxmlformats.org/drawingml/2006/main">
            <a:srgbClr val="D8D6D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A87BCDF-DA2F-4231-8B37-CA7D146D7CB4}"/>
              </a:ext>
            </a:extLst>
          </p:cNvPr>
          <p:cNvSpPr>
            <a:spLocks xmlns:a="http://schemas.openxmlformats.org/drawingml/2006/main" noGrp="1"/>
          </p:cNvSpPr>
          <p:nvPr/>
        </p:nvSpPr>
        <p:spPr>
          <a:xfrm xmlns:a="http://schemas.openxmlformats.org/drawingml/2006/main">
            <a:off x="4514850" y="2457450"/>
            <a:ext cx="85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168A7A"/>
                </a:solidFill>
                <a:latin typeface="Arial"/>
                <a:ea typeface="Arial"/>
                <a:cs typeface="Arial"/>
              </a:defRPr>
            </a:defPPr>
            <a:lvl1pPr algn="l">
              <a:defRPr sz="3375" b="1">
                <a:solidFill>
                  <a:srgbClr val="168A7A"/>
                </a:solidFill>
                <a:latin typeface="Arial"/>
                <a:ea typeface="Arial"/>
                <a:cs typeface="Arial"/>
              </a:defRPr>
            </a:lvl1pPr>
            <a:lvl2pPr algn="l">
              <a:defRPr sz="3375" b="1">
                <a:solidFill>
                  <a:srgbClr val="168A7A"/>
                </a:solidFill>
                <a:latin typeface="Arial"/>
                <a:ea typeface="Arial"/>
                <a:cs typeface="Arial"/>
              </a:defRPr>
            </a:lvl2pPr>
            <a:lvl3pPr algn="l">
              <a:defRPr sz="3375" b="1">
                <a:solidFill>
                  <a:srgbClr val="168A7A"/>
                </a:solidFill>
                <a:latin typeface="Arial"/>
                <a:ea typeface="Arial"/>
                <a:cs typeface="Arial"/>
              </a:defRPr>
            </a:lvl3pPr>
            <a:lvl4pPr algn="l">
              <a:defRPr sz="3375" b="1">
                <a:solidFill>
                  <a:srgbClr val="168A7A"/>
                </a:solidFill>
                <a:latin typeface="Arial"/>
                <a:ea typeface="Arial"/>
                <a:cs typeface="Arial"/>
              </a:defRPr>
            </a:lvl4pPr>
            <a:lvl5pPr algn="l">
              <a:defRPr sz="3375" b="1">
                <a:solidFill>
                  <a:srgbClr val="168A7A"/>
                </a:solidFill>
                <a:latin typeface="Arial"/>
                <a:ea typeface="Arial"/>
                <a:cs typeface="Arial"/>
              </a:defRPr>
            </a:lvl5pPr>
            <a:lvl6pPr algn="l">
              <a:defRPr sz="3375" b="1">
                <a:solidFill>
                  <a:srgbClr val="168A7A"/>
                </a:solidFill>
                <a:latin typeface="Arial"/>
                <a:ea typeface="Arial"/>
                <a:cs typeface="Arial"/>
              </a:defRPr>
            </a:lvl6pPr>
            <a:lvl7pPr algn="l">
              <a:defRPr sz="3375" b="1">
                <a:solidFill>
                  <a:srgbClr val="168A7A"/>
                </a:solidFill>
                <a:latin typeface="Arial"/>
                <a:ea typeface="Arial"/>
                <a:cs typeface="Arial"/>
              </a:defRPr>
            </a:lvl7pPr>
            <a:lvl8pPr algn="l">
              <a:defRPr sz="3375" b="1">
                <a:solidFill>
                  <a:srgbClr val="168A7A"/>
                </a:solidFill>
                <a:latin typeface="Arial"/>
                <a:ea typeface="Arial"/>
                <a:cs typeface="Arial"/>
              </a:defRPr>
            </a:lvl8pPr>
            <a:lvl9pPr algn="l">
              <a:defRPr sz="3375" b="1">
                <a:solidFill>
                  <a:srgbClr val="168A7A"/>
                </a:solidFill>
                <a:latin typeface="Arial"/>
                <a:ea typeface="Arial"/>
                <a:cs typeface="Arial"/>
              </a:defRPr>
            </a:lvl9pPr>
          </a:lstStyle>
          <a:p xmlns:a="http://schemas.openxmlformats.org/drawingml/2006/main">
            <a:pPr algn="l">
              <a:defRPr sz="3375" b="1">
                <a:solidFill>
                  <a:srgbClr val="168A7A"/>
                </a:solidFill>
                <a:latin typeface="Arial"/>
                <a:ea typeface="Arial"/>
                <a:cs typeface="Arial"/>
              </a:defRPr>
            </a:pPr>
            <a:r>
              <a:rPr sz="3375" b="1">
                <a:solidFill>
                  <a:srgbClr val="168A7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A27CF642-350B-4B17-A438-34B63A75F5D1}"/>
              </a:ext>
            </a:extLst>
          </p:cNvPr>
          <p:cNvSpPr>
            <a:spLocks xmlns:a="http://schemas.openxmlformats.org/drawingml/2006/main" noGrp="1"/>
          </p:cNvSpPr>
          <p:nvPr/>
        </p:nvSpPr>
        <p:spPr>
          <a:xfrm xmlns:a="http://schemas.openxmlformats.org/drawingml/2006/main">
            <a:off x="4514850" y="32956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7182A"/>
                </a:solidFill>
                <a:latin typeface="Arial"/>
                <a:ea typeface="Arial"/>
                <a:cs typeface="Arial"/>
              </a:defRPr>
            </a:defPPr>
            <a:lvl1pPr algn="l">
              <a:defRPr sz="1950" b="1">
                <a:solidFill>
                  <a:srgbClr val="17182A"/>
                </a:solidFill>
                <a:latin typeface="Arial"/>
                <a:ea typeface="Arial"/>
                <a:cs typeface="Arial"/>
              </a:defRPr>
            </a:lvl1pPr>
            <a:lvl2pPr algn="l">
              <a:defRPr sz="1950" b="1">
                <a:solidFill>
                  <a:srgbClr val="17182A"/>
                </a:solidFill>
                <a:latin typeface="Arial"/>
                <a:ea typeface="Arial"/>
                <a:cs typeface="Arial"/>
              </a:defRPr>
            </a:lvl2pPr>
            <a:lvl3pPr algn="l">
              <a:defRPr sz="1950" b="1">
                <a:solidFill>
                  <a:srgbClr val="17182A"/>
                </a:solidFill>
                <a:latin typeface="Arial"/>
                <a:ea typeface="Arial"/>
                <a:cs typeface="Arial"/>
              </a:defRPr>
            </a:lvl3pPr>
            <a:lvl4pPr algn="l">
              <a:defRPr sz="1950" b="1">
                <a:solidFill>
                  <a:srgbClr val="17182A"/>
                </a:solidFill>
                <a:latin typeface="Arial"/>
                <a:ea typeface="Arial"/>
                <a:cs typeface="Arial"/>
              </a:defRPr>
            </a:lvl4pPr>
            <a:lvl5pPr algn="l">
              <a:defRPr sz="1950" b="1">
                <a:solidFill>
                  <a:srgbClr val="17182A"/>
                </a:solidFill>
                <a:latin typeface="Arial"/>
                <a:ea typeface="Arial"/>
                <a:cs typeface="Arial"/>
              </a:defRPr>
            </a:lvl5pPr>
            <a:lvl6pPr algn="l">
              <a:defRPr sz="1950" b="1">
                <a:solidFill>
                  <a:srgbClr val="17182A"/>
                </a:solidFill>
                <a:latin typeface="Arial"/>
                <a:ea typeface="Arial"/>
                <a:cs typeface="Arial"/>
              </a:defRPr>
            </a:lvl6pPr>
            <a:lvl7pPr algn="l">
              <a:defRPr sz="1950" b="1">
                <a:solidFill>
                  <a:srgbClr val="17182A"/>
                </a:solidFill>
                <a:latin typeface="Arial"/>
                <a:ea typeface="Arial"/>
                <a:cs typeface="Arial"/>
              </a:defRPr>
            </a:lvl7pPr>
            <a:lvl8pPr algn="l">
              <a:defRPr sz="1950" b="1">
                <a:solidFill>
                  <a:srgbClr val="17182A"/>
                </a:solidFill>
                <a:latin typeface="Arial"/>
                <a:ea typeface="Arial"/>
                <a:cs typeface="Arial"/>
              </a:defRPr>
            </a:lvl8pPr>
            <a:lvl9pPr algn="l">
              <a:defRPr sz="1950" b="1">
                <a:solidFill>
                  <a:srgbClr val="17182A"/>
                </a:solidFill>
                <a:latin typeface="Arial"/>
                <a:ea typeface="Arial"/>
                <a:cs typeface="Arial"/>
              </a:defRPr>
            </a:lvl9pPr>
          </a:lstStyle>
          <a:p xmlns:a="http://schemas.openxmlformats.org/drawingml/2006/main">
            <a:pPr algn="l">
              <a:defRPr sz="1950" b="1">
                <a:solidFill>
                  <a:srgbClr val="17182A"/>
                </a:solidFill>
                <a:latin typeface="Arial"/>
                <a:ea typeface="Arial"/>
                <a:cs typeface="Arial"/>
              </a:defRPr>
            </a:pPr>
            <a:r>
              <a:rPr sz="1950" b="1">
                <a:solidFill>
                  <a:srgbClr val="17182A"/>
                </a:solidFill>
                <a:latin typeface="Arial"/>
                <a:ea typeface="Arial"/>
                <a:cs typeface="Arial"/>
              </a:rPr>
              <a:t>Watch founders use it</a:t>
            </a:r>
          </a:p>
        </p:txBody>
      </p:sp>
      <p:sp>
        <p:nvSpPr>
          <p:cNvPr id="10" name="">
            <a:extLst xmlns:a="http://schemas.openxmlformats.org/drawingml/2006/main">
              <a:ext uri="{FF2B5EF4-FFF2-40B4-BE49-F238E27FC236}">
                <a16:creationId xmlns:a16="http://schemas.microsoft.com/office/drawing/2014/main" id="{9DB6BE40-960F-4DA9-815D-094CAE362A9D}"/>
              </a:ext>
            </a:extLst>
          </p:cNvPr>
          <p:cNvSpPr>
            <a:spLocks xmlns:a="http://schemas.openxmlformats.org/drawingml/2006/main" noGrp="1"/>
          </p:cNvSpPr>
          <p:nvPr/>
        </p:nvSpPr>
        <p:spPr>
          <a:xfrm xmlns:a="http://schemas.openxmlformats.org/drawingml/2006/main">
            <a:off x="4514850" y="3829050"/>
            <a:ext cx="3048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A6B7E"/>
                </a:solidFill>
                <a:latin typeface="Arial"/>
                <a:ea typeface="Arial"/>
                <a:cs typeface="Arial"/>
              </a:defRPr>
            </a:defPPr>
            <a:lvl1pPr algn="l">
              <a:defRPr sz="1425" b="0">
                <a:solidFill>
                  <a:srgbClr val="6A6B7E"/>
                </a:solidFill>
                <a:latin typeface="Arial"/>
                <a:ea typeface="Arial"/>
                <a:cs typeface="Arial"/>
              </a:defRPr>
            </a:lvl1pPr>
            <a:lvl2pPr algn="l">
              <a:defRPr sz="1425" b="0">
                <a:solidFill>
                  <a:srgbClr val="6A6B7E"/>
                </a:solidFill>
                <a:latin typeface="Arial"/>
                <a:ea typeface="Arial"/>
                <a:cs typeface="Arial"/>
              </a:defRPr>
            </a:lvl2pPr>
            <a:lvl3pPr algn="l">
              <a:defRPr sz="1425" b="0">
                <a:solidFill>
                  <a:srgbClr val="6A6B7E"/>
                </a:solidFill>
                <a:latin typeface="Arial"/>
                <a:ea typeface="Arial"/>
                <a:cs typeface="Arial"/>
              </a:defRPr>
            </a:lvl3pPr>
            <a:lvl4pPr algn="l">
              <a:defRPr sz="1425" b="0">
                <a:solidFill>
                  <a:srgbClr val="6A6B7E"/>
                </a:solidFill>
                <a:latin typeface="Arial"/>
                <a:ea typeface="Arial"/>
                <a:cs typeface="Arial"/>
              </a:defRPr>
            </a:lvl4pPr>
            <a:lvl5pPr algn="l">
              <a:defRPr sz="1425" b="0">
                <a:solidFill>
                  <a:srgbClr val="6A6B7E"/>
                </a:solidFill>
                <a:latin typeface="Arial"/>
                <a:ea typeface="Arial"/>
                <a:cs typeface="Arial"/>
              </a:defRPr>
            </a:lvl5pPr>
            <a:lvl6pPr algn="l">
              <a:defRPr sz="1425" b="0">
                <a:solidFill>
                  <a:srgbClr val="6A6B7E"/>
                </a:solidFill>
                <a:latin typeface="Arial"/>
                <a:ea typeface="Arial"/>
                <a:cs typeface="Arial"/>
              </a:defRPr>
            </a:lvl6pPr>
            <a:lvl7pPr algn="l">
              <a:defRPr sz="1425" b="0">
                <a:solidFill>
                  <a:srgbClr val="6A6B7E"/>
                </a:solidFill>
                <a:latin typeface="Arial"/>
                <a:ea typeface="Arial"/>
                <a:cs typeface="Arial"/>
              </a:defRPr>
            </a:lvl7pPr>
            <a:lvl8pPr algn="l">
              <a:defRPr sz="1425" b="0">
                <a:solidFill>
                  <a:srgbClr val="6A6B7E"/>
                </a:solidFill>
                <a:latin typeface="Arial"/>
                <a:ea typeface="Arial"/>
                <a:cs typeface="Arial"/>
              </a:defRPr>
            </a:lvl8pPr>
            <a:lvl9pPr algn="l">
              <a:defRPr sz="1425" b="0">
                <a:solidFill>
                  <a:srgbClr val="6A6B7E"/>
                </a:solidFill>
                <a:latin typeface="Arial"/>
                <a:ea typeface="Arial"/>
                <a:cs typeface="Arial"/>
              </a:defRPr>
            </a:lvl9pPr>
          </a:lstStyle>
          <a:p xmlns:a="http://schemas.openxmlformats.org/drawingml/2006/main">
            <a:pPr algn="l">
              <a:defRPr sz="1425" b="0">
                <a:solidFill>
                  <a:srgbClr val="6A6B7E"/>
                </a:solidFill>
                <a:latin typeface="Arial"/>
                <a:ea typeface="Arial"/>
                <a:cs typeface="Arial"/>
              </a:defRPr>
            </a:pPr>
            <a:r>
              <a:rPr sz="1425" b="0">
                <a:solidFill>
                  <a:srgbClr val="6A6B7E"/>
                </a:solidFill>
                <a:latin typeface="Arial"/>
                <a:ea typeface="Arial"/>
                <a:cs typeface="Arial"/>
              </a:rPr>
              <a:t>Observe how founders compare matches, edit drafts and decide what to pursue.</a:t>
            </a:r>
          </a:p>
        </p:txBody>
      </p:sp>
      <p:sp>
        <p:nvSpPr>
          <p:cNvPr id="11" name="">
            <a:extLst xmlns:a="http://schemas.openxmlformats.org/drawingml/2006/main">
              <a:ext uri="{FF2B5EF4-FFF2-40B4-BE49-F238E27FC236}">
                <a16:creationId xmlns:a16="http://schemas.microsoft.com/office/drawing/2014/main" id="{ECC31632-C3C2-4538-9684-90D939E179F7}"/>
              </a:ext>
            </a:extLst>
          </p:cNvPr>
          <p:cNvSpPr>
            <a:spLocks xmlns:a="http://schemas.openxmlformats.org/drawingml/2006/main" noGrp="1"/>
          </p:cNvSpPr>
          <p:nvPr/>
        </p:nvSpPr>
        <p:spPr>
          <a:xfrm xmlns:a="http://schemas.openxmlformats.org/drawingml/2006/main">
            <a:off x="4514850" y="5162550"/>
            <a:ext cx="3124200" cy="9525"/>
          </a:xfrm>
          <a:prstGeom xmlns:a="http://schemas.openxmlformats.org/drawingml/2006/main" prst="rect">
            <a:avLst/>
          </a:prstGeom>
          <a:solidFill xmlns:a="http://schemas.openxmlformats.org/drawingml/2006/main">
            <a:srgbClr val="D8D6D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C20F0F3-877F-4B02-BD34-BF9606B59A30}"/>
              </a:ext>
            </a:extLst>
          </p:cNvPr>
          <p:cNvSpPr>
            <a:spLocks xmlns:a="http://schemas.openxmlformats.org/drawingml/2006/main" noGrp="1"/>
          </p:cNvSpPr>
          <p:nvPr/>
        </p:nvSpPr>
        <p:spPr>
          <a:xfrm xmlns:a="http://schemas.openxmlformats.org/drawingml/2006/main">
            <a:off x="8248650" y="2457450"/>
            <a:ext cx="85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D78B37"/>
                </a:solidFill>
                <a:latin typeface="Arial"/>
                <a:ea typeface="Arial"/>
                <a:cs typeface="Arial"/>
              </a:defRPr>
            </a:defPPr>
            <a:lvl1pPr algn="l">
              <a:defRPr sz="3375" b="1">
                <a:solidFill>
                  <a:srgbClr val="D78B37"/>
                </a:solidFill>
                <a:latin typeface="Arial"/>
                <a:ea typeface="Arial"/>
                <a:cs typeface="Arial"/>
              </a:defRPr>
            </a:lvl1pPr>
            <a:lvl2pPr algn="l">
              <a:defRPr sz="3375" b="1">
                <a:solidFill>
                  <a:srgbClr val="D78B37"/>
                </a:solidFill>
                <a:latin typeface="Arial"/>
                <a:ea typeface="Arial"/>
                <a:cs typeface="Arial"/>
              </a:defRPr>
            </a:lvl2pPr>
            <a:lvl3pPr algn="l">
              <a:defRPr sz="3375" b="1">
                <a:solidFill>
                  <a:srgbClr val="D78B37"/>
                </a:solidFill>
                <a:latin typeface="Arial"/>
                <a:ea typeface="Arial"/>
                <a:cs typeface="Arial"/>
              </a:defRPr>
            </a:lvl3pPr>
            <a:lvl4pPr algn="l">
              <a:defRPr sz="3375" b="1">
                <a:solidFill>
                  <a:srgbClr val="D78B37"/>
                </a:solidFill>
                <a:latin typeface="Arial"/>
                <a:ea typeface="Arial"/>
                <a:cs typeface="Arial"/>
              </a:defRPr>
            </a:lvl4pPr>
            <a:lvl5pPr algn="l">
              <a:defRPr sz="3375" b="1">
                <a:solidFill>
                  <a:srgbClr val="D78B37"/>
                </a:solidFill>
                <a:latin typeface="Arial"/>
                <a:ea typeface="Arial"/>
                <a:cs typeface="Arial"/>
              </a:defRPr>
            </a:lvl5pPr>
            <a:lvl6pPr algn="l">
              <a:defRPr sz="3375" b="1">
                <a:solidFill>
                  <a:srgbClr val="D78B37"/>
                </a:solidFill>
                <a:latin typeface="Arial"/>
                <a:ea typeface="Arial"/>
                <a:cs typeface="Arial"/>
              </a:defRPr>
            </a:lvl6pPr>
            <a:lvl7pPr algn="l">
              <a:defRPr sz="3375" b="1">
                <a:solidFill>
                  <a:srgbClr val="D78B37"/>
                </a:solidFill>
                <a:latin typeface="Arial"/>
                <a:ea typeface="Arial"/>
                <a:cs typeface="Arial"/>
              </a:defRPr>
            </a:lvl7pPr>
            <a:lvl8pPr algn="l">
              <a:defRPr sz="3375" b="1">
                <a:solidFill>
                  <a:srgbClr val="D78B37"/>
                </a:solidFill>
                <a:latin typeface="Arial"/>
                <a:ea typeface="Arial"/>
                <a:cs typeface="Arial"/>
              </a:defRPr>
            </a:lvl8pPr>
            <a:lvl9pPr algn="l">
              <a:defRPr sz="3375" b="1">
                <a:solidFill>
                  <a:srgbClr val="D78B37"/>
                </a:solidFill>
                <a:latin typeface="Arial"/>
                <a:ea typeface="Arial"/>
                <a:cs typeface="Arial"/>
              </a:defRPr>
            </a:lvl9pPr>
          </a:lstStyle>
          <a:p xmlns:a="http://schemas.openxmlformats.org/drawingml/2006/main">
            <a:pPr algn="l">
              <a:defRPr sz="3375" b="1">
                <a:solidFill>
                  <a:srgbClr val="D78B37"/>
                </a:solidFill>
                <a:latin typeface="Arial"/>
                <a:ea typeface="Arial"/>
                <a:cs typeface="Arial"/>
              </a:defRPr>
            </a:pPr>
            <a:r>
              <a:rPr sz="3375" b="1">
                <a:solidFill>
                  <a:srgbClr val="D78B37"/>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F9F3344C-C9B2-4EA5-A6A9-2E0B0295DF0F}"/>
              </a:ext>
            </a:extLst>
          </p:cNvPr>
          <p:cNvSpPr>
            <a:spLocks xmlns:a="http://schemas.openxmlformats.org/drawingml/2006/main" noGrp="1"/>
          </p:cNvSpPr>
          <p:nvPr/>
        </p:nvSpPr>
        <p:spPr>
          <a:xfrm xmlns:a="http://schemas.openxmlformats.org/drawingml/2006/main">
            <a:off x="8248650" y="32956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7182A"/>
                </a:solidFill>
                <a:latin typeface="Arial"/>
                <a:ea typeface="Arial"/>
                <a:cs typeface="Arial"/>
              </a:defRPr>
            </a:defPPr>
            <a:lvl1pPr algn="l">
              <a:defRPr sz="1950" b="1">
                <a:solidFill>
                  <a:srgbClr val="17182A"/>
                </a:solidFill>
                <a:latin typeface="Arial"/>
                <a:ea typeface="Arial"/>
                <a:cs typeface="Arial"/>
              </a:defRPr>
            </a:lvl1pPr>
            <a:lvl2pPr algn="l">
              <a:defRPr sz="1950" b="1">
                <a:solidFill>
                  <a:srgbClr val="17182A"/>
                </a:solidFill>
                <a:latin typeface="Arial"/>
                <a:ea typeface="Arial"/>
                <a:cs typeface="Arial"/>
              </a:defRPr>
            </a:lvl2pPr>
            <a:lvl3pPr algn="l">
              <a:defRPr sz="1950" b="1">
                <a:solidFill>
                  <a:srgbClr val="17182A"/>
                </a:solidFill>
                <a:latin typeface="Arial"/>
                <a:ea typeface="Arial"/>
                <a:cs typeface="Arial"/>
              </a:defRPr>
            </a:lvl3pPr>
            <a:lvl4pPr algn="l">
              <a:defRPr sz="1950" b="1">
                <a:solidFill>
                  <a:srgbClr val="17182A"/>
                </a:solidFill>
                <a:latin typeface="Arial"/>
                <a:ea typeface="Arial"/>
                <a:cs typeface="Arial"/>
              </a:defRPr>
            </a:lvl4pPr>
            <a:lvl5pPr algn="l">
              <a:defRPr sz="1950" b="1">
                <a:solidFill>
                  <a:srgbClr val="17182A"/>
                </a:solidFill>
                <a:latin typeface="Arial"/>
                <a:ea typeface="Arial"/>
                <a:cs typeface="Arial"/>
              </a:defRPr>
            </a:lvl5pPr>
            <a:lvl6pPr algn="l">
              <a:defRPr sz="1950" b="1">
                <a:solidFill>
                  <a:srgbClr val="17182A"/>
                </a:solidFill>
                <a:latin typeface="Arial"/>
                <a:ea typeface="Arial"/>
                <a:cs typeface="Arial"/>
              </a:defRPr>
            </a:lvl6pPr>
            <a:lvl7pPr algn="l">
              <a:defRPr sz="1950" b="1">
                <a:solidFill>
                  <a:srgbClr val="17182A"/>
                </a:solidFill>
                <a:latin typeface="Arial"/>
                <a:ea typeface="Arial"/>
                <a:cs typeface="Arial"/>
              </a:defRPr>
            </a:lvl7pPr>
            <a:lvl8pPr algn="l">
              <a:defRPr sz="1950" b="1">
                <a:solidFill>
                  <a:srgbClr val="17182A"/>
                </a:solidFill>
                <a:latin typeface="Arial"/>
                <a:ea typeface="Arial"/>
                <a:cs typeface="Arial"/>
              </a:defRPr>
            </a:lvl8pPr>
            <a:lvl9pPr algn="l">
              <a:defRPr sz="1950" b="1">
                <a:solidFill>
                  <a:srgbClr val="17182A"/>
                </a:solidFill>
                <a:latin typeface="Arial"/>
                <a:ea typeface="Arial"/>
                <a:cs typeface="Arial"/>
              </a:defRPr>
            </a:lvl9pPr>
          </a:lstStyle>
          <a:p xmlns:a="http://schemas.openxmlformats.org/drawingml/2006/main">
            <a:pPr algn="l">
              <a:defRPr sz="1950" b="1">
                <a:solidFill>
                  <a:srgbClr val="17182A"/>
                </a:solidFill>
                <a:latin typeface="Arial"/>
                <a:ea typeface="Arial"/>
                <a:cs typeface="Arial"/>
              </a:defRPr>
            </a:pPr>
            <a:r>
              <a:rPr sz="1950" b="1">
                <a:solidFill>
                  <a:srgbClr val="17182A"/>
                </a:solidFill>
                <a:latin typeface="Arial"/>
                <a:ea typeface="Arial"/>
                <a:cs typeface="Arial"/>
              </a:rPr>
              <a:t>Measure real outcomes</a:t>
            </a:r>
          </a:p>
        </p:txBody>
      </p:sp>
      <p:sp>
        <p:nvSpPr>
          <p:cNvPr id="14" name="">
            <a:extLst xmlns:a="http://schemas.openxmlformats.org/drawingml/2006/main">
              <a:ext uri="{FF2B5EF4-FFF2-40B4-BE49-F238E27FC236}">
                <a16:creationId xmlns:a16="http://schemas.microsoft.com/office/drawing/2014/main" id="{04A2C749-5613-49E4-B0F2-94D179889A2B}"/>
              </a:ext>
            </a:extLst>
          </p:cNvPr>
          <p:cNvSpPr>
            <a:spLocks xmlns:a="http://schemas.openxmlformats.org/drawingml/2006/main" noGrp="1"/>
          </p:cNvSpPr>
          <p:nvPr/>
        </p:nvSpPr>
        <p:spPr>
          <a:xfrm xmlns:a="http://schemas.openxmlformats.org/drawingml/2006/main">
            <a:off x="8248650" y="3829050"/>
            <a:ext cx="3048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A6B7E"/>
                </a:solidFill>
                <a:latin typeface="Arial"/>
                <a:ea typeface="Arial"/>
                <a:cs typeface="Arial"/>
              </a:defRPr>
            </a:defPPr>
            <a:lvl1pPr algn="l">
              <a:defRPr sz="1425" b="0">
                <a:solidFill>
                  <a:srgbClr val="6A6B7E"/>
                </a:solidFill>
                <a:latin typeface="Arial"/>
                <a:ea typeface="Arial"/>
                <a:cs typeface="Arial"/>
              </a:defRPr>
            </a:lvl1pPr>
            <a:lvl2pPr algn="l">
              <a:defRPr sz="1425" b="0">
                <a:solidFill>
                  <a:srgbClr val="6A6B7E"/>
                </a:solidFill>
                <a:latin typeface="Arial"/>
                <a:ea typeface="Arial"/>
                <a:cs typeface="Arial"/>
              </a:defRPr>
            </a:lvl2pPr>
            <a:lvl3pPr algn="l">
              <a:defRPr sz="1425" b="0">
                <a:solidFill>
                  <a:srgbClr val="6A6B7E"/>
                </a:solidFill>
                <a:latin typeface="Arial"/>
                <a:ea typeface="Arial"/>
                <a:cs typeface="Arial"/>
              </a:defRPr>
            </a:lvl3pPr>
            <a:lvl4pPr algn="l">
              <a:defRPr sz="1425" b="0">
                <a:solidFill>
                  <a:srgbClr val="6A6B7E"/>
                </a:solidFill>
                <a:latin typeface="Arial"/>
                <a:ea typeface="Arial"/>
                <a:cs typeface="Arial"/>
              </a:defRPr>
            </a:lvl4pPr>
            <a:lvl5pPr algn="l">
              <a:defRPr sz="1425" b="0">
                <a:solidFill>
                  <a:srgbClr val="6A6B7E"/>
                </a:solidFill>
                <a:latin typeface="Arial"/>
                <a:ea typeface="Arial"/>
                <a:cs typeface="Arial"/>
              </a:defRPr>
            </a:lvl5pPr>
            <a:lvl6pPr algn="l">
              <a:defRPr sz="1425" b="0">
                <a:solidFill>
                  <a:srgbClr val="6A6B7E"/>
                </a:solidFill>
                <a:latin typeface="Arial"/>
                <a:ea typeface="Arial"/>
                <a:cs typeface="Arial"/>
              </a:defRPr>
            </a:lvl6pPr>
            <a:lvl7pPr algn="l">
              <a:defRPr sz="1425" b="0">
                <a:solidFill>
                  <a:srgbClr val="6A6B7E"/>
                </a:solidFill>
                <a:latin typeface="Arial"/>
                <a:ea typeface="Arial"/>
                <a:cs typeface="Arial"/>
              </a:defRPr>
            </a:lvl7pPr>
            <a:lvl8pPr algn="l">
              <a:defRPr sz="1425" b="0">
                <a:solidFill>
                  <a:srgbClr val="6A6B7E"/>
                </a:solidFill>
                <a:latin typeface="Arial"/>
                <a:ea typeface="Arial"/>
                <a:cs typeface="Arial"/>
              </a:defRPr>
            </a:lvl8pPr>
            <a:lvl9pPr algn="l">
              <a:defRPr sz="1425" b="0">
                <a:solidFill>
                  <a:srgbClr val="6A6B7E"/>
                </a:solidFill>
                <a:latin typeface="Arial"/>
                <a:ea typeface="Arial"/>
                <a:cs typeface="Arial"/>
              </a:defRPr>
            </a:lvl9pPr>
          </a:lstStyle>
          <a:p xmlns:a="http://schemas.openxmlformats.org/drawingml/2006/main">
            <a:pPr algn="l">
              <a:defRPr sz="1425" b="0">
                <a:solidFill>
                  <a:srgbClr val="6A6B7E"/>
                </a:solidFill>
                <a:latin typeface="Arial"/>
                <a:ea typeface="Arial"/>
                <a:cs typeface="Arial"/>
              </a:defRPr>
            </a:pPr>
            <a:r>
              <a:rPr sz="1425" b="0">
                <a:solidFill>
                  <a:srgbClr val="6A6B7E"/>
                </a:solidFill>
                <a:latin typeface="Arial"/>
                <a:ea typeface="Arial"/>
                <a:cs typeface="Arial"/>
              </a:rPr>
              <a:t>Track relevant matches, draft edits and confirmed provider submissions.</a:t>
            </a:r>
          </a:p>
        </p:txBody>
      </p:sp>
      <p:sp>
        <p:nvSpPr>
          <p:cNvPr id="15" name="">
            <a:extLst xmlns:a="http://schemas.openxmlformats.org/drawingml/2006/main">
              <a:ext uri="{FF2B5EF4-FFF2-40B4-BE49-F238E27FC236}">
                <a16:creationId xmlns:a16="http://schemas.microsoft.com/office/drawing/2014/main" id="{F15C4A23-010A-413E-B2F3-D98CB3DA83B5}"/>
              </a:ext>
            </a:extLst>
          </p:cNvPr>
          <p:cNvSpPr>
            <a:spLocks xmlns:a="http://schemas.openxmlformats.org/drawingml/2006/main" noGrp="1"/>
          </p:cNvSpPr>
          <p:nvPr/>
        </p:nvSpPr>
        <p:spPr>
          <a:xfrm xmlns:a="http://schemas.openxmlformats.org/drawingml/2006/main">
            <a:off x="685800" y="5486400"/>
            <a:ext cx="10820400" cy="552450"/>
          </a:xfrm>
          <a:prstGeom xmlns:a="http://schemas.openxmlformats.org/drawingml/2006/main" prst="roundRect">
            <a:avLst>
              <a:gd name="adj" fmla="val 24138"/>
            </a:avLst>
          </a:prstGeom>
          <a:solidFill xmlns:a="http://schemas.openxmlformats.org/drawingml/2006/main">
            <a:srgbClr val="10122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DCB76AC-D5A8-4764-AED6-D455992C1FEB}"/>
              </a:ext>
            </a:extLst>
          </p:cNvPr>
          <p:cNvSpPr>
            <a:spLocks xmlns:a="http://schemas.openxmlformats.org/drawingml/2006/main" noGrp="1"/>
          </p:cNvSpPr>
          <p:nvPr/>
        </p:nvSpPr>
        <p:spPr>
          <a:xfrm xmlns:a="http://schemas.openxmlformats.org/drawingml/2006/main">
            <a:off x="914400" y="5667375"/>
            <a:ext cx="771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Arial"/>
                <a:ea typeface="Arial"/>
                <a:cs typeface="Arial"/>
              </a:defRPr>
            </a:defPPr>
            <a:lvl1pPr algn="l">
              <a:defRPr sz="1350" b="1">
                <a:solidFill>
                  <a:srgbClr val="FFFFFF"/>
                </a:solidFill>
                <a:latin typeface="Arial"/>
                <a:ea typeface="Arial"/>
                <a:cs typeface="Arial"/>
              </a:defRPr>
            </a:lvl1pPr>
            <a:lvl2pPr algn="l">
              <a:defRPr sz="1350" b="1">
                <a:solidFill>
                  <a:srgbClr val="FFFFFF"/>
                </a:solidFill>
                <a:latin typeface="Arial"/>
                <a:ea typeface="Arial"/>
                <a:cs typeface="Arial"/>
              </a:defRPr>
            </a:lvl2pPr>
            <a:lvl3pPr algn="l">
              <a:defRPr sz="1350" b="1">
                <a:solidFill>
                  <a:srgbClr val="FFFFFF"/>
                </a:solidFill>
                <a:latin typeface="Arial"/>
                <a:ea typeface="Arial"/>
                <a:cs typeface="Arial"/>
              </a:defRPr>
            </a:lvl3pPr>
            <a:lvl4pPr algn="l">
              <a:defRPr sz="1350" b="1">
                <a:solidFill>
                  <a:srgbClr val="FFFFFF"/>
                </a:solidFill>
                <a:latin typeface="Arial"/>
                <a:ea typeface="Arial"/>
                <a:cs typeface="Arial"/>
              </a:defRPr>
            </a:lvl4pPr>
            <a:lvl5pPr algn="l">
              <a:defRPr sz="1350" b="1">
                <a:solidFill>
                  <a:srgbClr val="FFFFFF"/>
                </a:solidFill>
                <a:latin typeface="Arial"/>
                <a:ea typeface="Arial"/>
                <a:cs typeface="Arial"/>
              </a:defRPr>
            </a:lvl5pPr>
            <a:lvl6pPr algn="l">
              <a:defRPr sz="1350" b="1">
                <a:solidFill>
                  <a:srgbClr val="FFFFFF"/>
                </a:solidFill>
                <a:latin typeface="Arial"/>
                <a:ea typeface="Arial"/>
                <a:cs typeface="Arial"/>
              </a:defRPr>
            </a:lvl6pPr>
            <a:lvl7pPr algn="l">
              <a:defRPr sz="1350" b="1">
                <a:solidFill>
                  <a:srgbClr val="FFFFFF"/>
                </a:solidFill>
                <a:latin typeface="Arial"/>
                <a:ea typeface="Arial"/>
                <a:cs typeface="Arial"/>
              </a:defRPr>
            </a:lvl7pPr>
            <a:lvl8pPr algn="l">
              <a:defRPr sz="1350" b="1">
                <a:solidFill>
                  <a:srgbClr val="FFFFFF"/>
                </a:solidFill>
                <a:latin typeface="Arial"/>
                <a:ea typeface="Arial"/>
                <a:cs typeface="Arial"/>
              </a:defRPr>
            </a:lvl8pPr>
            <a:lvl9pPr algn="l">
              <a:defRPr sz="1350" b="1">
                <a:solidFill>
                  <a:srgbClr val="FFFFFF"/>
                </a:solidFill>
                <a:latin typeface="Arial"/>
                <a:ea typeface="Arial"/>
                <a:cs typeface="Arial"/>
              </a:defRPr>
            </a:lvl9pPr>
          </a:lstStyle>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NEXT: TEST THE MATCH QUALITY WITH FOUNDERS</a:t>
            </a:r>
          </a:p>
        </p:txBody>
      </p:sp>
      <p:sp>
        <p:nvSpPr>
          <p:cNvPr id="17" name="">
            <a:extLst xmlns:a="http://schemas.openxmlformats.org/drawingml/2006/main">
              <a:ext uri="{FF2B5EF4-FFF2-40B4-BE49-F238E27FC236}">
                <a16:creationId xmlns:a16="http://schemas.microsoft.com/office/drawing/2014/main" id="{32056C25-9E07-4F0C-82A7-7F73559ABF8E}"/>
              </a:ext>
            </a:extLst>
          </p:cNvPr>
          <p:cNvSpPr>
            <a:spLocks xmlns:a="http://schemas.openxmlformats.org/drawingml/2006/main" noGrp="1"/>
          </p:cNvSpPr>
          <p:nvPr/>
        </p:nvSpPr>
        <p:spPr>
          <a:xfrm xmlns:a="http://schemas.openxmlformats.org/drawingml/2006/main">
            <a:off x="8572500" y="56673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a:solidFill>
                  <a:srgbClr val="C6C0FF"/>
                </a:solidFill>
                <a:latin typeface="Arial"/>
                <a:ea typeface="Arial"/>
                <a:cs typeface="Arial"/>
              </a:defRPr>
            </a:defPPr>
            <a:lvl1pPr algn="r">
              <a:defRPr sz="1200" b="1">
                <a:solidFill>
                  <a:srgbClr val="C6C0FF"/>
                </a:solidFill>
                <a:latin typeface="Arial"/>
                <a:ea typeface="Arial"/>
                <a:cs typeface="Arial"/>
              </a:defRPr>
            </a:lvl1pPr>
            <a:lvl2pPr algn="r">
              <a:defRPr sz="1200" b="1">
                <a:solidFill>
                  <a:srgbClr val="C6C0FF"/>
                </a:solidFill>
                <a:latin typeface="Arial"/>
                <a:ea typeface="Arial"/>
                <a:cs typeface="Arial"/>
              </a:defRPr>
            </a:lvl2pPr>
            <a:lvl3pPr algn="r">
              <a:defRPr sz="1200" b="1">
                <a:solidFill>
                  <a:srgbClr val="C6C0FF"/>
                </a:solidFill>
                <a:latin typeface="Arial"/>
                <a:ea typeface="Arial"/>
                <a:cs typeface="Arial"/>
              </a:defRPr>
            </a:lvl3pPr>
            <a:lvl4pPr algn="r">
              <a:defRPr sz="1200" b="1">
                <a:solidFill>
                  <a:srgbClr val="C6C0FF"/>
                </a:solidFill>
                <a:latin typeface="Arial"/>
                <a:ea typeface="Arial"/>
                <a:cs typeface="Arial"/>
              </a:defRPr>
            </a:lvl4pPr>
            <a:lvl5pPr algn="r">
              <a:defRPr sz="1200" b="1">
                <a:solidFill>
                  <a:srgbClr val="C6C0FF"/>
                </a:solidFill>
                <a:latin typeface="Arial"/>
                <a:ea typeface="Arial"/>
                <a:cs typeface="Arial"/>
              </a:defRPr>
            </a:lvl5pPr>
            <a:lvl6pPr algn="r">
              <a:defRPr sz="1200" b="1">
                <a:solidFill>
                  <a:srgbClr val="C6C0FF"/>
                </a:solidFill>
                <a:latin typeface="Arial"/>
                <a:ea typeface="Arial"/>
                <a:cs typeface="Arial"/>
              </a:defRPr>
            </a:lvl6pPr>
            <a:lvl7pPr algn="r">
              <a:defRPr sz="1200" b="1">
                <a:solidFill>
                  <a:srgbClr val="C6C0FF"/>
                </a:solidFill>
                <a:latin typeface="Arial"/>
                <a:ea typeface="Arial"/>
                <a:cs typeface="Arial"/>
              </a:defRPr>
            </a:lvl7pPr>
            <a:lvl8pPr algn="r">
              <a:defRPr sz="1200" b="1">
                <a:solidFill>
                  <a:srgbClr val="C6C0FF"/>
                </a:solidFill>
                <a:latin typeface="Arial"/>
                <a:ea typeface="Arial"/>
                <a:cs typeface="Arial"/>
              </a:defRPr>
            </a:lvl8pPr>
            <a:lvl9pPr algn="r">
              <a:defRPr sz="1200" b="1">
                <a:solidFill>
                  <a:srgbClr val="C6C0FF"/>
                </a:solidFill>
                <a:latin typeface="Arial"/>
                <a:ea typeface="Arial"/>
                <a:cs typeface="Arial"/>
              </a:defRPr>
            </a:lvl9pPr>
          </a:lstStyle>
          <a:p xmlns:a="http://schemas.openxmlformats.org/drawingml/2006/main">
            <a:pPr algn="r">
              <a:defRPr sz="1200" b="1">
                <a:solidFill>
                  <a:srgbClr val="C6C0FF"/>
                </a:solidFill>
                <a:latin typeface="Arial"/>
                <a:ea typeface="Arial"/>
                <a:cs typeface="Arial"/>
              </a:defRPr>
            </a:pPr>
            <a:r>
              <a:rPr sz="1200" b="1">
                <a:solidFill>
                  <a:srgbClr val="C6C0FF"/>
                </a:solidFill>
                <a:latin typeface="Arial"/>
                <a:ea typeface="Arial"/>
                <a:cs typeface="Arial"/>
              </a:rPr>
              <a:t>autogrant-sigma.vercel.app</a:t>
            </a:r>
          </a:p>
        </p:txBody>
      </p:sp>
      <p:sp>
        <p:nvSpPr>
          <p:cNvPr id="18" name="">
            <a:extLst xmlns:a="http://schemas.openxmlformats.org/drawingml/2006/main">
              <a:ext uri="{FF2B5EF4-FFF2-40B4-BE49-F238E27FC236}">
                <a16:creationId xmlns:a16="http://schemas.microsoft.com/office/drawing/2014/main" id="{85E16A8E-74D4-4C65-8E55-87A5BBD5C858}"/>
              </a:ext>
            </a:extLst>
          </p:cNvPr>
          <p:cNvSpPr>
            <a:spLocks xmlns:a="http://schemas.openxmlformats.org/drawingml/2006/main" noGrp="1"/>
          </p:cNvSpPr>
          <p:nvPr/>
        </p:nvSpPr>
        <p:spPr>
          <a:xfrm xmlns:a="http://schemas.openxmlformats.org/drawingml/2006/main">
            <a:off x="609600" y="64579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6A6B7E"/>
                </a:solidFill>
                <a:latin typeface="Arial"/>
                <a:ea typeface="Arial"/>
                <a:cs typeface="Arial"/>
              </a:defRPr>
            </a:defPPr>
            <a:lvl1pPr algn="l">
              <a:defRPr sz="900" b="1">
                <a:solidFill>
                  <a:srgbClr val="6A6B7E"/>
                </a:solidFill>
                <a:latin typeface="Arial"/>
                <a:ea typeface="Arial"/>
                <a:cs typeface="Arial"/>
              </a:defRPr>
            </a:lvl1pPr>
            <a:lvl2pPr algn="l">
              <a:defRPr sz="900" b="1">
                <a:solidFill>
                  <a:srgbClr val="6A6B7E"/>
                </a:solidFill>
                <a:latin typeface="Arial"/>
                <a:ea typeface="Arial"/>
                <a:cs typeface="Arial"/>
              </a:defRPr>
            </a:lvl2pPr>
            <a:lvl3pPr algn="l">
              <a:defRPr sz="900" b="1">
                <a:solidFill>
                  <a:srgbClr val="6A6B7E"/>
                </a:solidFill>
                <a:latin typeface="Arial"/>
                <a:ea typeface="Arial"/>
                <a:cs typeface="Arial"/>
              </a:defRPr>
            </a:lvl3pPr>
            <a:lvl4pPr algn="l">
              <a:defRPr sz="900" b="1">
                <a:solidFill>
                  <a:srgbClr val="6A6B7E"/>
                </a:solidFill>
                <a:latin typeface="Arial"/>
                <a:ea typeface="Arial"/>
                <a:cs typeface="Arial"/>
              </a:defRPr>
            </a:lvl4pPr>
            <a:lvl5pPr algn="l">
              <a:defRPr sz="900" b="1">
                <a:solidFill>
                  <a:srgbClr val="6A6B7E"/>
                </a:solidFill>
                <a:latin typeface="Arial"/>
                <a:ea typeface="Arial"/>
                <a:cs typeface="Arial"/>
              </a:defRPr>
            </a:lvl5pPr>
            <a:lvl6pPr algn="l">
              <a:defRPr sz="900" b="1">
                <a:solidFill>
                  <a:srgbClr val="6A6B7E"/>
                </a:solidFill>
                <a:latin typeface="Arial"/>
                <a:ea typeface="Arial"/>
                <a:cs typeface="Arial"/>
              </a:defRPr>
            </a:lvl6pPr>
            <a:lvl7pPr algn="l">
              <a:defRPr sz="900" b="1">
                <a:solidFill>
                  <a:srgbClr val="6A6B7E"/>
                </a:solidFill>
                <a:latin typeface="Arial"/>
                <a:ea typeface="Arial"/>
                <a:cs typeface="Arial"/>
              </a:defRPr>
            </a:lvl7pPr>
            <a:lvl8pPr algn="l">
              <a:defRPr sz="900" b="1">
                <a:solidFill>
                  <a:srgbClr val="6A6B7E"/>
                </a:solidFill>
                <a:latin typeface="Arial"/>
                <a:ea typeface="Arial"/>
                <a:cs typeface="Arial"/>
              </a:defRPr>
            </a:lvl8pPr>
            <a:lvl9pPr algn="l">
              <a:defRPr sz="900" b="1">
                <a:solidFill>
                  <a:srgbClr val="6A6B7E"/>
                </a:solidFill>
                <a:latin typeface="Arial"/>
                <a:ea typeface="Arial"/>
                <a:cs typeface="Arial"/>
              </a:defRPr>
            </a:lvl9pPr>
          </a:lstStyle>
          <a:p xmlns:a="http://schemas.openxmlformats.org/drawingml/2006/main">
            <a:pPr algn="l">
              <a:defRPr sz="900" b="1">
                <a:solidFill>
                  <a:srgbClr val="6A6B7E"/>
                </a:solidFill>
                <a:latin typeface="Arial"/>
                <a:ea typeface="Arial"/>
                <a:cs typeface="Arial"/>
              </a:defRPr>
            </a:pPr>
            <a:r>
              <a:rPr sz="900" b="1">
                <a:solidFill>
                  <a:srgbClr val="6A6B7E"/>
                </a:solidFill>
                <a:latin typeface="Arial"/>
                <a:ea typeface="Arial"/>
                <a:cs typeface="Arial"/>
              </a:rPr>
              <a:t>AUTOGRANT  /  PROJECT OVERVIEW</a:t>
            </a:r>
          </a:p>
        </p:txBody>
      </p:sp>
      <p:sp>
        <p:nvSpPr>
          <p:cNvPr id="19" name="">
            <a:extLst xmlns:a="http://schemas.openxmlformats.org/drawingml/2006/main">
              <a:ext uri="{FF2B5EF4-FFF2-40B4-BE49-F238E27FC236}">
                <a16:creationId xmlns:a16="http://schemas.microsoft.com/office/drawing/2014/main" id="{68AD909F-1D91-4238-B995-88E4BF9EF1E0}"/>
              </a:ext>
            </a:extLst>
          </p:cNvPr>
          <p:cNvSpPr>
            <a:spLocks xmlns:a="http://schemas.openxmlformats.org/drawingml/2006/main" noGrp="1"/>
          </p:cNvSpPr>
          <p:nvPr/>
        </p:nvSpPr>
        <p:spPr>
          <a:xfrm xmlns:a="http://schemas.openxmlformats.org/drawingml/2006/main">
            <a:off x="11334750" y="64389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6A6B7E"/>
                </a:solidFill>
                <a:latin typeface="Arial"/>
                <a:ea typeface="Arial"/>
                <a:cs typeface="Arial"/>
              </a:defRPr>
            </a:defPPr>
            <a:lvl1pPr algn="r">
              <a:defRPr sz="900" b="1">
                <a:solidFill>
                  <a:srgbClr val="6A6B7E"/>
                </a:solidFill>
                <a:latin typeface="Arial"/>
                <a:ea typeface="Arial"/>
                <a:cs typeface="Arial"/>
              </a:defRPr>
            </a:lvl1pPr>
            <a:lvl2pPr algn="r">
              <a:defRPr sz="900" b="1">
                <a:solidFill>
                  <a:srgbClr val="6A6B7E"/>
                </a:solidFill>
                <a:latin typeface="Arial"/>
                <a:ea typeface="Arial"/>
                <a:cs typeface="Arial"/>
              </a:defRPr>
            </a:lvl2pPr>
            <a:lvl3pPr algn="r">
              <a:defRPr sz="900" b="1">
                <a:solidFill>
                  <a:srgbClr val="6A6B7E"/>
                </a:solidFill>
                <a:latin typeface="Arial"/>
                <a:ea typeface="Arial"/>
                <a:cs typeface="Arial"/>
              </a:defRPr>
            </a:lvl3pPr>
            <a:lvl4pPr algn="r">
              <a:defRPr sz="900" b="1">
                <a:solidFill>
                  <a:srgbClr val="6A6B7E"/>
                </a:solidFill>
                <a:latin typeface="Arial"/>
                <a:ea typeface="Arial"/>
                <a:cs typeface="Arial"/>
              </a:defRPr>
            </a:lvl4pPr>
            <a:lvl5pPr algn="r">
              <a:defRPr sz="900" b="1">
                <a:solidFill>
                  <a:srgbClr val="6A6B7E"/>
                </a:solidFill>
                <a:latin typeface="Arial"/>
                <a:ea typeface="Arial"/>
                <a:cs typeface="Arial"/>
              </a:defRPr>
            </a:lvl5pPr>
            <a:lvl6pPr algn="r">
              <a:defRPr sz="900" b="1">
                <a:solidFill>
                  <a:srgbClr val="6A6B7E"/>
                </a:solidFill>
                <a:latin typeface="Arial"/>
                <a:ea typeface="Arial"/>
                <a:cs typeface="Arial"/>
              </a:defRPr>
            </a:lvl6pPr>
            <a:lvl7pPr algn="r">
              <a:defRPr sz="900" b="1">
                <a:solidFill>
                  <a:srgbClr val="6A6B7E"/>
                </a:solidFill>
                <a:latin typeface="Arial"/>
                <a:ea typeface="Arial"/>
                <a:cs typeface="Arial"/>
              </a:defRPr>
            </a:lvl7pPr>
            <a:lvl8pPr algn="r">
              <a:defRPr sz="900" b="1">
                <a:solidFill>
                  <a:srgbClr val="6A6B7E"/>
                </a:solidFill>
                <a:latin typeface="Arial"/>
                <a:ea typeface="Arial"/>
                <a:cs typeface="Arial"/>
              </a:defRPr>
            </a:lvl8pPr>
            <a:lvl9pPr algn="r">
              <a:defRPr sz="900" b="1">
                <a:solidFill>
                  <a:srgbClr val="6A6B7E"/>
                </a:solidFill>
                <a:latin typeface="Arial"/>
                <a:ea typeface="Arial"/>
                <a:cs typeface="Arial"/>
              </a:defRPr>
            </a:lvl9pPr>
          </a:lstStyle>
          <a:p xmlns:a="http://schemas.openxmlformats.org/drawingml/2006/main">
            <a:pPr algn="r">
              <a:defRPr sz="900" b="1">
                <a:solidFill>
                  <a:srgbClr val="6A6B7E"/>
                </a:solidFill>
                <a:latin typeface="Arial"/>
                <a:ea typeface="Arial"/>
                <a:cs typeface="Arial"/>
              </a:defRPr>
            </a:pPr>
            <a:r>
              <a:rPr sz="900" b="1">
                <a:solidFill>
                  <a:srgbClr val="6A6B7E"/>
                </a:solidFill>
                <a:latin typeface="Arial"/>
                <a:ea typeface="Arial"/>
                <a:cs typeface="Arial"/>
              </a:rPr>
              <a:t>08</a:t>
            </a:r>
          </a:p>
        </p:txBody>
      </p:sp>
    </p:spTree>
    <p:extLst>
      <p:ext uri="{BB962C8B-B14F-4D97-AF65-F5344CB8AC3E}">
        <p14:creationId xmlns:p14="http://schemas.microsoft.com/office/powerpoint/2010/main" val="17787328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2026-10-18T13:52:12.4840000Z</dcterms:created>
  <dcterms:modified xsi:type="dcterms:W3CDTF">2026-10-18T13:52:12.4840000Z</dcterms:modified>
</coreProperties>
</file>